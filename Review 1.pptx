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g"/>
  <Default Extension="png" ContentType="image/png"/>
  <Default Extension="bmp" ContentType="image/bmp"/>
  <Default Extension="gif" ContentType="image/gif"/>
  <Default Extension="tif" ContentType="image/tif"/>
  <Default Extension="pdf" ContentType="application/pdf"/>
  <Default Extension="mov" ContentType="application/movie"/>
  <Default Extension="vml" ContentType="application/vnd.openxmlformats-officedocument.vmlDrawing"/>
  <Default Extension="xlsx" ContentType="application/vnd.openxmlformats-officedocument.spreadsheetml.sheet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commentAuthors.xml" ContentType="application/vnd.openxmlformats-officedocument.presentationml.commentAuthors+xml"/>
  <Override PartName="/ppt/tableStyles.xml" ContentType="application/vnd.openxmlformats-officedocument.presentationml.tableStyle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ldMasterIdLst>
    <p:sldMasterId id="2147483648" r:id="rId5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</p:sldIdLst>
  <p:sldSz cx="12192000" cy="6858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4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Helvetica"/>
      </a:defRPr>
    </a:lvl1pPr>
    <a:lvl2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4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Helvetica"/>
      </a:defRPr>
    </a:lvl2pPr>
    <a:lvl3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4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Helvetica"/>
      </a:defRPr>
    </a:lvl3pPr>
    <a:lvl4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4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Helvetica"/>
      </a:defRPr>
    </a:lvl4pPr>
    <a:lvl5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4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Helvetica"/>
      </a:defRPr>
    </a:lvl5pPr>
    <a:lvl6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4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Helvetica"/>
      </a:defRPr>
    </a:lvl6pPr>
    <a:lvl7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4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Helvetica"/>
      </a:defRPr>
    </a:lvl7pPr>
    <a:lvl8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4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Helvetica"/>
      </a:defRPr>
    </a:lvl8pPr>
    <a:lvl9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4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Helvetica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/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howPr loop="0"/>
</p:presentationPr>
</file>

<file path=ppt/tableStyles.xml><?xml version="1.0" encoding="utf-8"?>
<a:tblStyleLst xmlns:a="http://schemas.openxmlformats.org/drawingml/2006/main" xmlns:r="http://schemas.openxmlformats.org/officeDocument/2006/relationships" def="{5940675A-B579-460E-94D1-54222C63F5DA}">
  <a:tblStyle styleId="{4C3C2611-4C71-4FC5-86AE-919BDF0F9419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9525" cap="flat">
              <a:solidFill>
                <a:srgbClr val="000000">
                  <a:alpha val="0"/>
                </a:srgbClr>
              </a:solidFill>
              <a:prstDash val="solid"/>
              <a:round/>
            </a:ln>
          </a:left>
          <a:right>
            <a:ln w="9525" cap="flat">
              <a:solidFill>
                <a:srgbClr val="000000">
                  <a:alpha val="0"/>
                </a:srgbClr>
              </a:solidFill>
              <a:prstDash val="solid"/>
              <a:round/>
            </a:ln>
          </a:right>
          <a:top>
            <a:ln w="9525" cap="flat">
              <a:solidFill>
                <a:srgbClr val="000000">
                  <a:alpha val="0"/>
                </a:srgbClr>
              </a:solidFill>
              <a:prstDash val="solid"/>
              <a:round/>
            </a:ln>
          </a:top>
          <a:bottom>
            <a:ln w="9525" cap="flat">
              <a:solidFill>
                <a:srgbClr val="000000">
                  <a:alpha val="0"/>
                </a:srgbClr>
              </a:solidFill>
              <a:prstDash val="solid"/>
              <a:round/>
            </a:ln>
          </a:bottom>
          <a:insideH>
            <a:ln w="9525" cap="flat">
              <a:solidFill>
                <a:srgbClr val="000000">
                  <a:alpha val="0"/>
                </a:srgbClr>
              </a:solidFill>
              <a:prstDash val="solid"/>
              <a:round/>
            </a:ln>
          </a:insideH>
          <a:insideV>
            <a:ln w="9525" cap="flat">
              <a:solidFill>
                <a:srgbClr val="000000">
                  <a:alpha val="0"/>
                </a:srgbClr>
              </a:solidFill>
              <a:prstDash val="solid"/>
              <a:round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ff" i="off">
        <a:fontRef idx="minor">
          <a:srgbClr val="000000"/>
        </a:fontRef>
        <a:srgbClr val="000000"/>
      </a:tcTxStyle>
      <a:tcStyle>
        <a:tcBdr>
          <a:left>
            <a:ln w="9525" cap="flat">
              <a:solidFill>
                <a:srgbClr val="000000">
                  <a:alpha val="0"/>
                </a:srgbClr>
              </a:solidFill>
              <a:prstDash val="solid"/>
              <a:round/>
            </a:ln>
          </a:left>
          <a:right>
            <a:ln w="9525" cap="flat">
              <a:solidFill>
                <a:srgbClr val="000000">
                  <a:alpha val="0"/>
                </a:srgbClr>
              </a:solidFill>
              <a:prstDash val="solid"/>
              <a:round/>
            </a:ln>
          </a:right>
          <a:top>
            <a:ln w="9525" cap="flat">
              <a:solidFill>
                <a:srgbClr val="000000">
                  <a:alpha val="0"/>
                </a:srgbClr>
              </a:solidFill>
              <a:prstDash val="solid"/>
              <a:round/>
            </a:ln>
          </a:top>
          <a:bottom>
            <a:ln w="9525" cap="flat">
              <a:solidFill>
                <a:srgbClr val="000000">
                  <a:alpha val="0"/>
                </a:srgbClr>
              </a:solidFill>
              <a:prstDash val="solid"/>
              <a:round/>
            </a:ln>
          </a:bottom>
          <a:insideH>
            <a:ln w="9525" cap="flat">
              <a:solidFill>
                <a:srgbClr val="000000">
                  <a:alpha val="0"/>
                </a:srgbClr>
              </a:solidFill>
              <a:prstDash val="solid"/>
              <a:round/>
            </a:ln>
          </a:insideH>
          <a:insideV>
            <a:ln w="9525" cap="flat">
              <a:solidFill>
                <a:srgbClr val="000000">
                  <a:alpha val="0"/>
                </a:srgbClr>
              </a:solidFill>
              <a:prstDash val="solid"/>
              <a:round/>
            </a:ln>
          </a:insideV>
        </a:tcBdr>
        <a:fill>
          <a:solidFill>
            <a:srgbClr val="FFFFFF">
              <a:alpha val="0"/>
            </a:srgbClr>
          </a:solidFill>
        </a:fill>
      </a:tcStyle>
    </a:firstCol>
    <a:lastRow>
      <a:tcTxStyle b="off" i="off">
        <a:fontRef idx="minor">
          <a:srgbClr val="000000"/>
        </a:fontRef>
        <a:srgbClr val="000000"/>
      </a:tcTxStyle>
      <a:tcStyle>
        <a:tcBdr>
          <a:left>
            <a:ln w="9525" cap="flat">
              <a:solidFill>
                <a:srgbClr val="000000">
                  <a:alpha val="0"/>
                </a:srgbClr>
              </a:solidFill>
              <a:prstDash val="solid"/>
              <a:round/>
            </a:ln>
          </a:left>
          <a:right>
            <a:ln w="9525" cap="flat">
              <a:solidFill>
                <a:srgbClr val="000000">
                  <a:alpha val="0"/>
                </a:srgbClr>
              </a:solidFill>
              <a:prstDash val="solid"/>
              <a:round/>
            </a:ln>
          </a:right>
          <a:top>
            <a:ln w="9525" cap="flat">
              <a:solidFill>
                <a:srgbClr val="000000">
                  <a:alpha val="0"/>
                </a:srgbClr>
              </a:solidFill>
              <a:prstDash val="solid"/>
              <a:round/>
            </a:ln>
          </a:top>
          <a:bottom>
            <a:ln w="9525" cap="flat">
              <a:solidFill>
                <a:srgbClr val="000000">
                  <a:alpha val="0"/>
                </a:srgbClr>
              </a:solidFill>
              <a:prstDash val="solid"/>
              <a:round/>
            </a:ln>
          </a:bottom>
          <a:insideH>
            <a:ln w="9525" cap="flat">
              <a:solidFill>
                <a:srgbClr val="000000">
                  <a:alpha val="0"/>
                </a:srgbClr>
              </a:solidFill>
              <a:prstDash val="solid"/>
              <a:round/>
            </a:ln>
          </a:insideH>
          <a:insideV>
            <a:ln w="9525" cap="flat">
              <a:solidFill>
                <a:srgbClr val="000000">
                  <a:alpha val="0"/>
                </a:srgbClr>
              </a:solidFill>
              <a:prstDash val="solid"/>
              <a:round/>
            </a:ln>
          </a:insideV>
        </a:tcBdr>
        <a:fill>
          <a:solidFill>
            <a:srgbClr val="FFFFFF">
              <a:alpha val="0"/>
            </a:srgbClr>
          </a:solidFill>
        </a:fill>
      </a:tcStyle>
    </a:lastRow>
    <a:firstRow>
      <a:tcTxStyle b="off" i="off">
        <a:fontRef idx="minor">
          <a:srgbClr val="000000"/>
        </a:fontRef>
        <a:srgbClr val="000000"/>
      </a:tcTxStyle>
      <a:tcStyle>
        <a:tcBdr>
          <a:left>
            <a:ln w="9525" cap="flat">
              <a:solidFill>
                <a:srgbClr val="000000">
                  <a:alpha val="0"/>
                </a:srgbClr>
              </a:solidFill>
              <a:prstDash val="solid"/>
              <a:round/>
            </a:ln>
          </a:left>
          <a:right>
            <a:ln w="9525" cap="flat">
              <a:solidFill>
                <a:srgbClr val="000000">
                  <a:alpha val="0"/>
                </a:srgbClr>
              </a:solidFill>
              <a:prstDash val="solid"/>
              <a:round/>
            </a:ln>
          </a:right>
          <a:top>
            <a:ln w="9525" cap="flat">
              <a:solidFill>
                <a:srgbClr val="000000">
                  <a:alpha val="0"/>
                </a:srgbClr>
              </a:solidFill>
              <a:prstDash val="solid"/>
              <a:round/>
            </a:ln>
          </a:top>
          <a:bottom>
            <a:ln w="9525" cap="flat">
              <a:solidFill>
                <a:srgbClr val="000000">
                  <a:alpha val="0"/>
                </a:srgbClr>
              </a:solidFill>
              <a:prstDash val="solid"/>
              <a:round/>
            </a:ln>
          </a:bottom>
          <a:insideH>
            <a:ln w="9525" cap="flat">
              <a:solidFill>
                <a:srgbClr val="000000">
                  <a:alpha val="0"/>
                </a:srgbClr>
              </a:solidFill>
              <a:prstDash val="solid"/>
              <a:round/>
            </a:ln>
          </a:insideH>
          <a:insideV>
            <a:ln w="9525" cap="flat">
              <a:solidFill>
                <a:srgbClr val="000000">
                  <a:alpha val="0"/>
                </a:srgbClr>
              </a:solidFill>
              <a:prstDash val="solid"/>
              <a:round/>
            </a:ln>
          </a:insideV>
        </a:tcBdr>
        <a:fill>
          <a:solidFill>
            <a:srgbClr val="FFFFFF">
              <a:alpha val="0"/>
            </a:srgbClr>
          </a:solidFill>
        </a:fill>
      </a:tcStyle>
    </a:firstRow>
  </a:tblStyle>
  <a:tblStyle styleId="{C7B018BB-80A7-4F77-B60F-C8B233D01FF8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FD7E7"/>
          </a:solidFill>
        </a:fill>
      </a:tcStyle>
    </a:wholeTbl>
    <a:band2H>
      <a:tcTxStyle b="def" i="def"/>
      <a:tcStyle>
        <a:tcBdr/>
        <a:fill>
          <a:solidFill>
            <a:srgbClr val="E8ECF4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Row>
  </a:tblStyle>
  <a:tblStyle styleId="{EEE7283C-3CF3-47DC-8721-378D4A62B228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DEE7D0"/>
          </a:solidFill>
        </a:fill>
      </a:tcStyle>
    </a:wholeTbl>
    <a:band2H>
      <a:tcTxStyle b="def" i="def"/>
      <a:tcStyle>
        <a:tcBdr/>
        <a:fill>
          <a:solidFill>
            <a:srgbClr val="EFF3E9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Row>
  </a:tblStyle>
  <a:tblStyle styleId="{CF821DB8-F4EB-4A41-A1BA-3FCAFE7338EE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FCDCCE"/>
          </a:solidFill>
        </a:fill>
      </a:tcStyle>
    </a:wholeTbl>
    <a:band2H>
      <a:tcTxStyle b="def" i="def"/>
      <a:tcStyle>
        <a:tcBdr/>
        <a:fill>
          <a:solidFill>
            <a:srgbClr val="FDEEE8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Row>
  </a:tblStyle>
  <a:tblStyle styleId="{33BA23B1-9221-436E-865A-0063620EA4FD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E6E6E6"/>
          </a:solidFill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  <a:tblStyle styleId="{2708684C-4D16-4618-839F-0558EEFCDFE6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ACACA"/>
          </a:solidFill>
        </a:fill>
      </a:tcStyle>
    </a:wholeTbl>
    <a:band2H>
      <a:tcTxStyle b="def" i="def"/>
      <a:tcStyle>
        <a:tcBdr/>
        <a:fill>
          <a:solidFill>
            <a:srgbClr val="E6E6E6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Comments="1"/>
</file>

<file path=ppt/_rels/presentation.xml.rels><?xml version="1.0" encoding="UTF-8"?>
<Relationships xmlns="http://schemas.openxmlformats.org/package/2006/relationships"><Relationship Id="rId1" Type="http://schemas.openxmlformats.org/officeDocument/2006/relationships/presProps" Target="presProps.xml"/><Relationship Id="rId2" Type="http://schemas.openxmlformats.org/officeDocument/2006/relationships/viewProps" Target="viewProps.xml"/><Relationship Id="rId3" Type="http://schemas.openxmlformats.org/officeDocument/2006/relationships/commentAuthors" Target="commentAuthor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/Relationships>
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</Relationships>
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Shape 135"/>
          <p:cNvSpPr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36" name="Shape 136"/>
          <p:cNvSpPr/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latinLnBrk="0">
      <a:defRPr sz="1400">
        <a:latin typeface="+mn-lt"/>
        <a:ea typeface="+mn-ea"/>
        <a:cs typeface="+mn-cs"/>
        <a:sym typeface="Arial"/>
      </a:defRPr>
    </a:lvl1pPr>
    <a:lvl2pPr indent="228600" latinLnBrk="0">
      <a:defRPr sz="1400">
        <a:latin typeface="+mn-lt"/>
        <a:ea typeface="+mn-ea"/>
        <a:cs typeface="+mn-cs"/>
        <a:sym typeface="Arial"/>
      </a:defRPr>
    </a:lvl2pPr>
    <a:lvl3pPr indent="457200" latinLnBrk="0">
      <a:defRPr sz="1400">
        <a:latin typeface="+mn-lt"/>
        <a:ea typeface="+mn-ea"/>
        <a:cs typeface="+mn-cs"/>
        <a:sym typeface="Arial"/>
      </a:defRPr>
    </a:lvl3pPr>
    <a:lvl4pPr indent="685800" latinLnBrk="0">
      <a:defRPr sz="1400">
        <a:latin typeface="+mn-lt"/>
        <a:ea typeface="+mn-ea"/>
        <a:cs typeface="+mn-cs"/>
        <a:sym typeface="Arial"/>
      </a:defRPr>
    </a:lvl4pPr>
    <a:lvl5pPr indent="914400" latinLnBrk="0">
      <a:defRPr sz="1400">
        <a:latin typeface="+mn-lt"/>
        <a:ea typeface="+mn-ea"/>
        <a:cs typeface="+mn-cs"/>
        <a:sym typeface="Arial"/>
      </a:defRPr>
    </a:lvl5pPr>
    <a:lvl6pPr indent="1143000" latinLnBrk="0">
      <a:defRPr sz="1400">
        <a:latin typeface="+mn-lt"/>
        <a:ea typeface="+mn-ea"/>
        <a:cs typeface="+mn-cs"/>
        <a:sym typeface="Arial"/>
      </a:defRPr>
    </a:lvl6pPr>
    <a:lvl7pPr indent="1371600" latinLnBrk="0">
      <a:defRPr sz="1400">
        <a:latin typeface="+mn-lt"/>
        <a:ea typeface="+mn-ea"/>
        <a:cs typeface="+mn-cs"/>
        <a:sym typeface="Arial"/>
      </a:defRPr>
    </a:lvl7pPr>
    <a:lvl8pPr indent="1600200" latinLnBrk="0">
      <a:defRPr sz="1400">
        <a:latin typeface="+mn-lt"/>
        <a:ea typeface="+mn-ea"/>
        <a:cs typeface="+mn-cs"/>
        <a:sym typeface="Arial"/>
      </a:defRPr>
    </a:lvl8pPr>
    <a:lvl9pPr indent="1828800" latinLnBrk="0">
      <a:defRPr sz="1400">
        <a:latin typeface="+mn-lt"/>
        <a:ea typeface="+mn-ea"/>
        <a:cs typeface="+mn-cs"/>
        <a:sym typeface="Arial"/>
      </a:defRPr>
    </a:lvl9pPr>
  </p:notesStyle>
</p:notesMaster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itle" showMasterSp="0" showMasterPhAnim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1;p1"/>
          <p:cNvSpPr/>
          <p:nvPr/>
        </p:nvSpPr>
        <p:spPr>
          <a:xfrm>
            <a:off x="812800" y="914400"/>
            <a:ext cx="10668002" cy="0"/>
          </a:xfrm>
          <a:prstGeom prst="line">
            <a:avLst/>
          </a:prstGeom>
          <a:ln w="57150">
            <a:solidFill>
              <a:srgbClr val="000000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pic>
        <p:nvPicPr>
          <p:cNvPr id="14" name="Google Shape;12;p1" descr="Google Shape;12;p1"/>
          <p:cNvPicPr>
            <a:picLocks noChangeAspect="1"/>
          </p:cNvPicPr>
          <p:nvPr/>
        </p:nvPicPr>
        <p:blipFill>
          <a:blip r:embed="rId2">
            <a:extLst/>
          </a:blip>
          <a:srcRect l="0" t="0" r="0" b="18046"/>
          <a:stretch>
            <a:fillRect/>
          </a:stretch>
        </p:blipFill>
        <p:spPr>
          <a:xfrm>
            <a:off x="0" y="5991366"/>
            <a:ext cx="12192001" cy="866635"/>
          </a:xfrm>
          <a:prstGeom prst="rect">
            <a:avLst/>
          </a:prstGeom>
          <a:ln w="12700">
            <a:miter lim="400000"/>
          </a:ln>
        </p:spPr>
      </p:pic>
      <p:sp>
        <p:nvSpPr>
          <p:cNvPr id="15" name="Title Text"/>
          <p:cNvSpPr txBox="1"/>
          <p:nvPr>
            <p:ph type="title"/>
          </p:nvPr>
        </p:nvSpPr>
        <p:spPr>
          <a:xfrm>
            <a:off x="1050877" y="1322386"/>
            <a:ext cx="10363201" cy="1470002"/>
          </a:xfrm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16" name="Body Level One…"/>
          <p:cNvSpPr txBox="1"/>
          <p:nvPr>
            <p:ph type="body" sz="quarter" idx="1"/>
          </p:nvPr>
        </p:nvSpPr>
        <p:spPr>
          <a:xfrm>
            <a:off x="2032000" y="3326641"/>
            <a:ext cx="8534400" cy="1752602"/>
          </a:xfrm>
          <a:prstGeom prst="rect">
            <a:avLst/>
          </a:prstGeom>
        </p:spPr>
        <p:txBody>
          <a:bodyPr/>
          <a:lstStyle>
            <a:lvl1pPr marL="304800" indent="-228600" algn="ctr">
              <a:buClrTx/>
              <a:buSzTx/>
              <a:buFontTx/>
              <a:buNone/>
              <a:defRPr b="1" sz="2000">
                <a:solidFill>
                  <a:srgbClr val="17365D"/>
                </a:solidFill>
              </a:defRPr>
            </a:lvl1pPr>
            <a:lvl2pPr marL="304800" indent="76200" algn="ctr">
              <a:buClrTx/>
              <a:buSzTx/>
              <a:buFontTx/>
              <a:buNone/>
              <a:defRPr b="1" sz="2000">
                <a:solidFill>
                  <a:srgbClr val="17365D"/>
                </a:solidFill>
              </a:defRPr>
            </a:lvl2pPr>
            <a:lvl3pPr marL="304800" indent="76200" algn="ctr">
              <a:buClrTx/>
              <a:buSzTx/>
              <a:buFontTx/>
              <a:buNone/>
              <a:defRPr b="1" sz="2000">
                <a:solidFill>
                  <a:srgbClr val="17365D"/>
                </a:solidFill>
              </a:defRPr>
            </a:lvl3pPr>
            <a:lvl4pPr marL="304800" indent="76200" algn="ctr">
              <a:buClrTx/>
              <a:buSzTx/>
              <a:buFontTx/>
              <a:buNone/>
              <a:defRPr b="1" sz="2000">
                <a:solidFill>
                  <a:srgbClr val="17365D"/>
                </a:solidFill>
              </a:defRPr>
            </a:lvl4pPr>
            <a:lvl5pPr marL="304800" indent="76200" algn="ctr">
              <a:buClrTx/>
              <a:buSzTx/>
              <a:buFontTx/>
              <a:buNone/>
              <a:defRPr b="1" sz="2000">
                <a:solidFill>
                  <a:srgbClr val="17365D"/>
                </a:solidFill>
              </a:defRPr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7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OBJE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Title Text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25" name="Body Level One…"/>
          <p:cNvSpPr txBox="1"/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26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SECTION_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11;p1"/>
          <p:cNvSpPr/>
          <p:nvPr/>
        </p:nvSpPr>
        <p:spPr>
          <a:xfrm>
            <a:off x="812800" y="914400"/>
            <a:ext cx="10668002" cy="0"/>
          </a:xfrm>
          <a:prstGeom prst="line">
            <a:avLst/>
          </a:prstGeom>
          <a:ln w="57150">
            <a:solidFill>
              <a:srgbClr val="000000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pic>
        <p:nvPicPr>
          <p:cNvPr id="34" name="Google Shape;12;p1" descr="Google Shape;12;p1"/>
          <p:cNvPicPr>
            <a:picLocks noChangeAspect="1"/>
          </p:cNvPicPr>
          <p:nvPr/>
        </p:nvPicPr>
        <p:blipFill>
          <a:blip r:embed="rId2">
            <a:extLst/>
          </a:blip>
          <a:srcRect l="0" t="0" r="0" b="18046"/>
          <a:stretch>
            <a:fillRect/>
          </a:stretch>
        </p:blipFill>
        <p:spPr>
          <a:xfrm>
            <a:off x="0" y="5991366"/>
            <a:ext cx="12192001" cy="866635"/>
          </a:xfrm>
          <a:prstGeom prst="rect">
            <a:avLst/>
          </a:prstGeom>
          <a:ln w="12700">
            <a:miter lim="400000"/>
          </a:ln>
        </p:spPr>
      </p:pic>
      <p:sp>
        <p:nvSpPr>
          <p:cNvPr id="35" name="Title Text"/>
          <p:cNvSpPr txBox="1"/>
          <p:nvPr>
            <p:ph type="title"/>
          </p:nvPr>
        </p:nvSpPr>
        <p:spPr>
          <a:xfrm>
            <a:off x="963084" y="4406903"/>
            <a:ext cx="10363201" cy="1362002"/>
          </a:xfrm>
          <a:prstGeom prst="rect">
            <a:avLst/>
          </a:prstGeom>
        </p:spPr>
        <p:txBody>
          <a:bodyPr anchor="t"/>
          <a:lstStyle>
            <a:lvl1pPr>
              <a:defRPr sz="4000">
                <a:solidFill>
                  <a:srgbClr val="FF0000"/>
                </a:solidFill>
              </a:defRPr>
            </a:lvl1pPr>
          </a:lstStyle>
          <a:p>
            <a:pPr/>
            <a:r>
              <a:t>Title Text</a:t>
            </a:r>
          </a:p>
        </p:txBody>
      </p:sp>
      <p:sp>
        <p:nvSpPr>
          <p:cNvPr id="36" name="Body Level One…"/>
          <p:cNvSpPr txBox="1"/>
          <p:nvPr>
            <p:ph type="body" sz="quarter" idx="1"/>
          </p:nvPr>
        </p:nvSpPr>
        <p:spPr>
          <a:xfrm>
            <a:off x="963084" y="2906713"/>
            <a:ext cx="10363201" cy="1500302"/>
          </a:xfrm>
          <a:prstGeom prst="rect">
            <a:avLst/>
          </a:prstGeom>
        </p:spPr>
        <p:txBody>
          <a:bodyPr anchor="b"/>
          <a:lstStyle>
            <a:lvl1pPr marL="0" indent="228600">
              <a:buClrTx/>
              <a:buSzTx/>
              <a:buFontTx/>
              <a:buNone/>
              <a:defRPr sz="2000">
                <a:solidFill>
                  <a:srgbClr val="888888"/>
                </a:solidFill>
              </a:defRPr>
            </a:lvl1pPr>
            <a:lvl2pPr marL="0" indent="228600">
              <a:buClrTx/>
              <a:buSzTx/>
              <a:buFontTx/>
              <a:buNone/>
              <a:defRPr sz="2000">
                <a:solidFill>
                  <a:srgbClr val="888888"/>
                </a:solidFill>
              </a:defRPr>
            </a:lvl2pPr>
            <a:lvl3pPr marL="0" indent="228600">
              <a:buClrTx/>
              <a:buSzTx/>
              <a:buFontTx/>
              <a:buNone/>
              <a:defRPr sz="2000">
                <a:solidFill>
                  <a:srgbClr val="888888"/>
                </a:solidFill>
              </a:defRPr>
            </a:lvl3pPr>
            <a:lvl4pPr marL="0" indent="228600">
              <a:buClrTx/>
              <a:buSzTx/>
              <a:buFontTx/>
              <a:buNone/>
              <a:defRPr sz="2000">
                <a:solidFill>
                  <a:srgbClr val="888888"/>
                </a:solidFill>
              </a:defRPr>
            </a:lvl4pPr>
            <a:lvl5pPr marL="0" indent="228600">
              <a:buClrTx/>
              <a:buSzTx/>
              <a:buFontTx/>
              <a:buNone/>
              <a:defRPr sz="2000">
                <a:solidFill>
                  <a:srgbClr val="888888"/>
                </a:solidFill>
              </a:defRPr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37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TWO_OBJEC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11;p1"/>
          <p:cNvSpPr/>
          <p:nvPr/>
        </p:nvSpPr>
        <p:spPr>
          <a:xfrm>
            <a:off x="812800" y="914400"/>
            <a:ext cx="10668002" cy="0"/>
          </a:xfrm>
          <a:prstGeom prst="line">
            <a:avLst/>
          </a:prstGeom>
          <a:ln w="57150">
            <a:solidFill>
              <a:srgbClr val="000000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pic>
        <p:nvPicPr>
          <p:cNvPr id="45" name="Google Shape;12;p1" descr="Google Shape;12;p1"/>
          <p:cNvPicPr>
            <a:picLocks noChangeAspect="1"/>
          </p:cNvPicPr>
          <p:nvPr/>
        </p:nvPicPr>
        <p:blipFill>
          <a:blip r:embed="rId2">
            <a:extLst/>
          </a:blip>
          <a:srcRect l="0" t="0" r="0" b="18046"/>
          <a:stretch>
            <a:fillRect/>
          </a:stretch>
        </p:blipFill>
        <p:spPr>
          <a:xfrm>
            <a:off x="0" y="5991366"/>
            <a:ext cx="12192001" cy="866635"/>
          </a:xfrm>
          <a:prstGeom prst="rect">
            <a:avLst/>
          </a:prstGeom>
          <a:ln w="12700">
            <a:miter lim="400000"/>
          </a:ln>
        </p:spPr>
      </p:pic>
      <p:sp>
        <p:nvSpPr>
          <p:cNvPr id="46" name="Title Text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>
              <a:defRPr>
                <a:solidFill>
                  <a:srgbClr val="FF0000"/>
                </a:solidFill>
              </a:defRPr>
            </a:lvl1pPr>
          </a:lstStyle>
          <a:p>
            <a:pPr/>
            <a:r>
              <a:t>Title Text</a:t>
            </a:r>
          </a:p>
        </p:txBody>
      </p:sp>
      <p:sp>
        <p:nvSpPr>
          <p:cNvPr id="47" name="Body Level One…"/>
          <p:cNvSpPr txBox="1"/>
          <p:nvPr>
            <p:ph type="body" sz="half" idx="1"/>
          </p:nvPr>
        </p:nvSpPr>
        <p:spPr>
          <a:xfrm>
            <a:off x="609600" y="1600203"/>
            <a:ext cx="5384702" cy="4526101"/>
          </a:xfrm>
          <a:prstGeom prst="rect">
            <a:avLst/>
          </a:prstGeom>
        </p:spPr>
        <p:txBody>
          <a:bodyPr/>
          <a:lstStyle>
            <a:lvl1pPr indent="-406400">
              <a:spcBef>
                <a:spcPts val="500"/>
              </a:spcBef>
              <a:buSzPts val="2800"/>
              <a:defRPr sz="2800"/>
            </a:lvl1pPr>
            <a:lvl2pPr marL="977900" indent="-444500">
              <a:spcBef>
                <a:spcPts val="500"/>
              </a:spcBef>
              <a:buSzPts val="2800"/>
              <a:defRPr sz="2800"/>
            </a:lvl2pPr>
            <a:lvl3pPr marL="1513838" indent="-497838">
              <a:spcBef>
                <a:spcPts val="500"/>
              </a:spcBef>
              <a:buSzPts val="2800"/>
              <a:defRPr sz="2800"/>
            </a:lvl3pPr>
            <a:lvl4pPr marL="2019300" indent="-533400">
              <a:spcBef>
                <a:spcPts val="500"/>
              </a:spcBef>
              <a:buSzPts val="2800"/>
              <a:defRPr sz="2800"/>
            </a:lvl4pPr>
            <a:lvl5pPr marL="2476500" indent="-533400">
              <a:spcBef>
                <a:spcPts val="500"/>
              </a:spcBef>
              <a:buSzPts val="2800"/>
              <a:defRPr sz="2800"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8" name="Google Shape;34;p5"/>
          <p:cNvSpPr txBox="1"/>
          <p:nvPr>
            <p:ph type="body" sz="half" idx="21"/>
          </p:nvPr>
        </p:nvSpPr>
        <p:spPr>
          <a:xfrm>
            <a:off x="6197598" y="1600202"/>
            <a:ext cx="5384703" cy="4526103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49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TWO_OBJECTS_WITH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11;p1"/>
          <p:cNvSpPr/>
          <p:nvPr/>
        </p:nvSpPr>
        <p:spPr>
          <a:xfrm>
            <a:off x="812800" y="914400"/>
            <a:ext cx="10668002" cy="0"/>
          </a:xfrm>
          <a:prstGeom prst="line">
            <a:avLst/>
          </a:prstGeom>
          <a:ln w="57150">
            <a:solidFill>
              <a:srgbClr val="000000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pic>
        <p:nvPicPr>
          <p:cNvPr id="57" name="Google Shape;12;p1" descr="Google Shape;12;p1"/>
          <p:cNvPicPr>
            <a:picLocks noChangeAspect="1"/>
          </p:cNvPicPr>
          <p:nvPr/>
        </p:nvPicPr>
        <p:blipFill>
          <a:blip r:embed="rId2">
            <a:extLst/>
          </a:blip>
          <a:srcRect l="0" t="0" r="0" b="18046"/>
          <a:stretch>
            <a:fillRect/>
          </a:stretch>
        </p:blipFill>
        <p:spPr>
          <a:xfrm>
            <a:off x="0" y="5991366"/>
            <a:ext cx="12192001" cy="866635"/>
          </a:xfrm>
          <a:prstGeom prst="rect">
            <a:avLst/>
          </a:prstGeom>
          <a:ln w="12700">
            <a:miter lim="400000"/>
          </a:ln>
        </p:spPr>
      </p:pic>
      <p:sp>
        <p:nvSpPr>
          <p:cNvPr id="58" name="Title Text"/>
          <p:cNvSpPr txBox="1"/>
          <p:nvPr>
            <p:ph type="title"/>
          </p:nvPr>
        </p:nvSpPr>
        <p:spPr>
          <a:xfrm>
            <a:off x="859367" y="304800"/>
            <a:ext cx="10668001" cy="4875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FF0000"/>
                </a:solidFill>
              </a:defRPr>
            </a:lvl1pPr>
          </a:lstStyle>
          <a:p>
            <a:pPr/>
            <a:r>
              <a:t>Title Text</a:t>
            </a:r>
          </a:p>
        </p:txBody>
      </p:sp>
      <p:sp>
        <p:nvSpPr>
          <p:cNvPr id="59" name="Body Level One…"/>
          <p:cNvSpPr txBox="1"/>
          <p:nvPr>
            <p:ph type="body" sz="quarter" idx="1"/>
          </p:nvPr>
        </p:nvSpPr>
        <p:spPr>
          <a:xfrm>
            <a:off x="609600" y="1535112"/>
            <a:ext cx="5386800" cy="639902"/>
          </a:xfrm>
          <a:prstGeom prst="rect">
            <a:avLst/>
          </a:prstGeom>
        </p:spPr>
        <p:txBody>
          <a:bodyPr anchor="b"/>
          <a:lstStyle>
            <a:lvl1pPr marL="0" indent="228600">
              <a:buClrTx/>
              <a:buSzTx/>
              <a:buFontTx/>
              <a:buNone/>
              <a:defRPr b="1"/>
            </a:lvl1pPr>
            <a:lvl2pPr marL="0" indent="228600">
              <a:buClrTx/>
              <a:buSzTx/>
              <a:buFontTx/>
              <a:buNone/>
              <a:defRPr b="1"/>
            </a:lvl2pPr>
            <a:lvl3pPr marL="0" indent="228600">
              <a:buClrTx/>
              <a:buSzTx/>
              <a:buFontTx/>
              <a:buNone/>
              <a:defRPr b="1"/>
            </a:lvl3pPr>
            <a:lvl4pPr marL="0" indent="228600">
              <a:buClrTx/>
              <a:buSzTx/>
              <a:buFontTx/>
              <a:buNone/>
              <a:defRPr b="1"/>
            </a:lvl4pPr>
            <a:lvl5pPr marL="0" indent="228600">
              <a:buClrTx/>
              <a:buSzTx/>
              <a:buFontTx/>
              <a:buNone/>
              <a:defRPr b="1"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60" name="Google Shape;41;p6"/>
          <p:cNvSpPr txBox="1"/>
          <p:nvPr>
            <p:ph type="body" sz="half" idx="21"/>
          </p:nvPr>
        </p:nvSpPr>
        <p:spPr>
          <a:xfrm>
            <a:off x="609599" y="2174875"/>
            <a:ext cx="5386802" cy="39513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61" name="Google Shape;42;p6"/>
          <p:cNvSpPr txBox="1"/>
          <p:nvPr>
            <p:ph type="body" sz="quarter" idx="22"/>
          </p:nvPr>
        </p:nvSpPr>
        <p:spPr>
          <a:xfrm>
            <a:off x="6193368" y="1535112"/>
            <a:ext cx="5388902" cy="639902"/>
          </a:xfrm>
          <a:prstGeom prst="rect">
            <a:avLst/>
          </a:prstGeom>
        </p:spPr>
        <p:txBody>
          <a:bodyPr anchor="b"/>
          <a:lstStyle/>
          <a:p>
            <a:pPr/>
          </a:p>
        </p:txBody>
      </p:sp>
      <p:sp>
        <p:nvSpPr>
          <p:cNvPr id="62" name="Google Shape;43;p6"/>
          <p:cNvSpPr txBox="1"/>
          <p:nvPr>
            <p:ph type="body" sz="half" idx="23"/>
          </p:nvPr>
        </p:nvSpPr>
        <p:spPr>
          <a:xfrm>
            <a:off x="6193368" y="2174875"/>
            <a:ext cx="5388902" cy="39513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63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TITLE_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11;p1"/>
          <p:cNvSpPr/>
          <p:nvPr/>
        </p:nvSpPr>
        <p:spPr>
          <a:xfrm>
            <a:off x="812800" y="914400"/>
            <a:ext cx="10668002" cy="0"/>
          </a:xfrm>
          <a:prstGeom prst="line">
            <a:avLst/>
          </a:prstGeom>
          <a:ln w="57150">
            <a:solidFill>
              <a:srgbClr val="000000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pic>
        <p:nvPicPr>
          <p:cNvPr id="71" name="Google Shape;12;p1" descr="Google Shape;12;p1"/>
          <p:cNvPicPr>
            <a:picLocks noChangeAspect="1"/>
          </p:cNvPicPr>
          <p:nvPr/>
        </p:nvPicPr>
        <p:blipFill>
          <a:blip r:embed="rId2">
            <a:extLst/>
          </a:blip>
          <a:srcRect l="0" t="0" r="0" b="18046"/>
          <a:stretch>
            <a:fillRect/>
          </a:stretch>
        </p:blipFill>
        <p:spPr>
          <a:xfrm>
            <a:off x="0" y="5991366"/>
            <a:ext cx="12192001" cy="866635"/>
          </a:xfrm>
          <a:prstGeom prst="rect">
            <a:avLst/>
          </a:prstGeom>
          <a:ln w="12700">
            <a:miter lim="400000"/>
          </a:ln>
        </p:spPr>
      </p:pic>
      <p:sp>
        <p:nvSpPr>
          <p:cNvPr id="72" name="Title Text"/>
          <p:cNvSpPr txBox="1"/>
          <p:nvPr>
            <p:ph type="title"/>
          </p:nvPr>
        </p:nvSpPr>
        <p:spPr>
          <a:xfrm>
            <a:off x="3860800" y="274638"/>
            <a:ext cx="7721700" cy="487502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FF0000"/>
                </a:solidFill>
              </a:defRPr>
            </a:lvl1pPr>
          </a:lstStyle>
          <a:p>
            <a:pPr/>
            <a:r>
              <a:t>Title Text</a:t>
            </a:r>
          </a:p>
        </p:txBody>
      </p:sp>
      <p:pic>
        <p:nvPicPr>
          <p:cNvPr id="73" name="Google Shape;52;p7" descr="Google Shape;52;p7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2505207" y="139873"/>
            <a:ext cx="9686796" cy="698327"/>
          </a:xfrm>
          <a:prstGeom prst="rect">
            <a:avLst/>
          </a:prstGeom>
          <a:ln w="12700">
            <a:miter lim="400000"/>
          </a:ln>
        </p:spPr>
      </p:pic>
      <p:sp>
        <p:nvSpPr>
          <p:cNvPr id="74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11;p1"/>
          <p:cNvSpPr/>
          <p:nvPr/>
        </p:nvSpPr>
        <p:spPr>
          <a:xfrm>
            <a:off x="812800" y="914400"/>
            <a:ext cx="10668002" cy="0"/>
          </a:xfrm>
          <a:prstGeom prst="line">
            <a:avLst/>
          </a:prstGeom>
          <a:ln w="57150">
            <a:solidFill>
              <a:srgbClr val="000000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pic>
        <p:nvPicPr>
          <p:cNvPr id="82" name="Google Shape;12;p1" descr="Google Shape;12;p1"/>
          <p:cNvPicPr>
            <a:picLocks noChangeAspect="1"/>
          </p:cNvPicPr>
          <p:nvPr/>
        </p:nvPicPr>
        <p:blipFill>
          <a:blip r:embed="rId2">
            <a:extLst/>
          </a:blip>
          <a:srcRect l="0" t="0" r="0" b="18046"/>
          <a:stretch>
            <a:fillRect/>
          </a:stretch>
        </p:blipFill>
        <p:spPr>
          <a:xfrm>
            <a:off x="0" y="5991366"/>
            <a:ext cx="12192001" cy="866635"/>
          </a:xfrm>
          <a:prstGeom prst="rect">
            <a:avLst/>
          </a:prstGeom>
          <a:ln w="12700">
            <a:miter lim="400000"/>
          </a:ln>
        </p:spPr>
      </p:pic>
      <p:sp>
        <p:nvSpPr>
          <p:cNvPr id="83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OBJECT_WITH_CAPTION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11;p1"/>
          <p:cNvSpPr/>
          <p:nvPr/>
        </p:nvSpPr>
        <p:spPr>
          <a:xfrm>
            <a:off x="812800" y="914400"/>
            <a:ext cx="10668002" cy="0"/>
          </a:xfrm>
          <a:prstGeom prst="line">
            <a:avLst/>
          </a:prstGeom>
          <a:ln w="57150">
            <a:solidFill>
              <a:srgbClr val="000000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pic>
        <p:nvPicPr>
          <p:cNvPr id="91" name="Google Shape;12;p1" descr="Google Shape;12;p1"/>
          <p:cNvPicPr>
            <a:picLocks noChangeAspect="1"/>
          </p:cNvPicPr>
          <p:nvPr/>
        </p:nvPicPr>
        <p:blipFill>
          <a:blip r:embed="rId2">
            <a:extLst/>
          </a:blip>
          <a:srcRect l="0" t="0" r="0" b="18046"/>
          <a:stretch>
            <a:fillRect/>
          </a:stretch>
        </p:blipFill>
        <p:spPr>
          <a:xfrm>
            <a:off x="0" y="5991366"/>
            <a:ext cx="12192001" cy="866635"/>
          </a:xfrm>
          <a:prstGeom prst="rect">
            <a:avLst/>
          </a:prstGeom>
          <a:ln w="12700">
            <a:miter lim="400000"/>
          </a:ln>
        </p:spPr>
      </p:pic>
      <p:sp>
        <p:nvSpPr>
          <p:cNvPr id="92" name="Title Text"/>
          <p:cNvSpPr txBox="1"/>
          <p:nvPr>
            <p:ph type="title"/>
          </p:nvPr>
        </p:nvSpPr>
        <p:spPr>
          <a:xfrm>
            <a:off x="609601" y="273050"/>
            <a:ext cx="4011003" cy="1162200"/>
          </a:xfrm>
          <a:prstGeom prst="rect">
            <a:avLst/>
          </a:prstGeom>
        </p:spPr>
        <p:txBody>
          <a:bodyPr anchor="b"/>
          <a:lstStyle>
            <a:lvl1pPr>
              <a:defRPr sz="2000">
                <a:solidFill>
                  <a:srgbClr val="FF0000"/>
                </a:solidFill>
              </a:defRPr>
            </a:lvl1pPr>
          </a:lstStyle>
          <a:p>
            <a:pPr/>
            <a:r>
              <a:t>Title Text</a:t>
            </a:r>
          </a:p>
        </p:txBody>
      </p:sp>
      <p:sp>
        <p:nvSpPr>
          <p:cNvPr id="93" name="Body Level One…"/>
          <p:cNvSpPr txBox="1"/>
          <p:nvPr>
            <p:ph type="body" idx="1"/>
          </p:nvPr>
        </p:nvSpPr>
        <p:spPr>
          <a:xfrm>
            <a:off x="4766733" y="273053"/>
            <a:ext cx="6815702" cy="5853001"/>
          </a:xfrm>
          <a:prstGeom prst="rect">
            <a:avLst/>
          </a:prstGeom>
        </p:spPr>
        <p:txBody>
          <a:bodyPr/>
          <a:lstStyle>
            <a:lvl1pPr indent="-431800">
              <a:spcBef>
                <a:spcPts val="600"/>
              </a:spcBef>
              <a:buSzPts val="3200"/>
              <a:defRPr sz="3200"/>
            </a:lvl1pPr>
            <a:lvl2pPr marL="972457" indent="-464457">
              <a:spcBef>
                <a:spcPts val="600"/>
              </a:spcBef>
              <a:buSzPts val="3200"/>
              <a:defRPr sz="3200"/>
            </a:lvl2pPr>
            <a:lvl3pPr marL="1498600" indent="-508000">
              <a:spcBef>
                <a:spcPts val="600"/>
              </a:spcBef>
              <a:buSzPts val="3200"/>
              <a:defRPr sz="3200"/>
            </a:lvl3pPr>
            <a:lvl4pPr marL="2042160" indent="-568960">
              <a:spcBef>
                <a:spcPts val="600"/>
              </a:spcBef>
              <a:buSzPts val="3200"/>
              <a:defRPr sz="3200"/>
            </a:lvl4pPr>
            <a:lvl5pPr marL="2499360" indent="-568960">
              <a:spcBef>
                <a:spcPts val="600"/>
              </a:spcBef>
              <a:buSzPts val="3200"/>
              <a:defRPr sz="3200"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94" name="Google Shape;60;p9"/>
          <p:cNvSpPr txBox="1"/>
          <p:nvPr>
            <p:ph type="body" sz="half" idx="21"/>
          </p:nvPr>
        </p:nvSpPr>
        <p:spPr>
          <a:xfrm>
            <a:off x="609600" y="1435102"/>
            <a:ext cx="4011004" cy="4691103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95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PICTURE_WITH_CAPTION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1;p1"/>
          <p:cNvSpPr/>
          <p:nvPr/>
        </p:nvSpPr>
        <p:spPr>
          <a:xfrm>
            <a:off x="812800" y="914400"/>
            <a:ext cx="10668002" cy="0"/>
          </a:xfrm>
          <a:prstGeom prst="line">
            <a:avLst/>
          </a:prstGeom>
          <a:ln w="57150">
            <a:solidFill>
              <a:srgbClr val="000000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pic>
        <p:nvPicPr>
          <p:cNvPr id="103" name="Google Shape;12;p1" descr="Google Shape;12;p1"/>
          <p:cNvPicPr>
            <a:picLocks noChangeAspect="1"/>
          </p:cNvPicPr>
          <p:nvPr/>
        </p:nvPicPr>
        <p:blipFill>
          <a:blip r:embed="rId2">
            <a:extLst/>
          </a:blip>
          <a:srcRect l="0" t="0" r="0" b="18046"/>
          <a:stretch>
            <a:fillRect/>
          </a:stretch>
        </p:blipFill>
        <p:spPr>
          <a:xfrm>
            <a:off x="0" y="5991366"/>
            <a:ext cx="12192001" cy="866635"/>
          </a:xfrm>
          <a:prstGeom prst="rect">
            <a:avLst/>
          </a:prstGeom>
          <a:ln w="12700">
            <a:miter lim="400000"/>
          </a:ln>
        </p:spPr>
      </p:pic>
      <p:sp>
        <p:nvSpPr>
          <p:cNvPr id="104" name="Title Text"/>
          <p:cNvSpPr txBox="1"/>
          <p:nvPr>
            <p:ph type="title"/>
          </p:nvPr>
        </p:nvSpPr>
        <p:spPr>
          <a:xfrm>
            <a:off x="2389715" y="4800600"/>
            <a:ext cx="7315202" cy="566702"/>
          </a:xfrm>
          <a:prstGeom prst="rect">
            <a:avLst/>
          </a:prstGeom>
        </p:spPr>
        <p:txBody>
          <a:bodyPr anchor="b"/>
          <a:lstStyle>
            <a:lvl1pPr>
              <a:defRPr sz="2000">
                <a:solidFill>
                  <a:srgbClr val="FF0000"/>
                </a:solidFill>
              </a:defRPr>
            </a:lvl1pPr>
          </a:lstStyle>
          <a:p>
            <a:pPr/>
            <a:r>
              <a:t>Title Text</a:t>
            </a:r>
          </a:p>
        </p:txBody>
      </p:sp>
      <p:sp>
        <p:nvSpPr>
          <p:cNvPr id="105" name="Google Shape;66;p10"/>
          <p:cNvSpPr/>
          <p:nvPr>
            <p:ph type="pic" sz="half" idx="21"/>
          </p:nvPr>
        </p:nvSpPr>
        <p:spPr>
          <a:xfrm>
            <a:off x="2389715" y="612775"/>
            <a:ext cx="7315202" cy="41148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106" name="Body Level One…"/>
          <p:cNvSpPr txBox="1"/>
          <p:nvPr>
            <p:ph type="body" sz="quarter" idx="1"/>
          </p:nvPr>
        </p:nvSpPr>
        <p:spPr>
          <a:xfrm>
            <a:off x="2389715" y="5367337"/>
            <a:ext cx="7315202" cy="804902"/>
          </a:xfrm>
          <a:prstGeom prst="rect">
            <a:avLst/>
          </a:prstGeom>
        </p:spPr>
        <p:txBody>
          <a:bodyPr/>
          <a:lstStyle>
            <a:lvl1pPr marL="0" indent="228600">
              <a:spcBef>
                <a:spcPts val="200"/>
              </a:spcBef>
              <a:buClrTx/>
              <a:buSzTx/>
              <a:buFontTx/>
              <a:buNone/>
              <a:defRPr sz="1400"/>
            </a:lvl1pPr>
            <a:lvl2pPr marL="0" indent="228600">
              <a:spcBef>
                <a:spcPts val="200"/>
              </a:spcBef>
              <a:buClrTx/>
              <a:buSzTx/>
              <a:buFontTx/>
              <a:buNone/>
              <a:defRPr sz="1400"/>
            </a:lvl2pPr>
            <a:lvl3pPr marL="0" indent="228600">
              <a:spcBef>
                <a:spcPts val="200"/>
              </a:spcBef>
              <a:buClrTx/>
              <a:buSzTx/>
              <a:buFontTx/>
              <a:buNone/>
              <a:defRPr sz="1400"/>
            </a:lvl3pPr>
            <a:lvl4pPr marL="0" indent="228600">
              <a:spcBef>
                <a:spcPts val="200"/>
              </a:spcBef>
              <a:buClrTx/>
              <a:buSzTx/>
              <a:buFontTx/>
              <a:buNone/>
              <a:defRPr sz="1400"/>
            </a:lvl4pPr>
            <a:lvl5pPr marL="0" indent="228600">
              <a:spcBef>
                <a:spcPts val="200"/>
              </a:spcBef>
              <a:buClrTx/>
              <a:buSzTx/>
              <a:buFontTx/>
              <a:buNone/>
              <a:defRPr sz="1400"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07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VERTICAL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;p1"/>
          <p:cNvSpPr/>
          <p:nvPr/>
        </p:nvSpPr>
        <p:spPr>
          <a:xfrm>
            <a:off x="812800" y="914400"/>
            <a:ext cx="10668002" cy="0"/>
          </a:xfrm>
          <a:prstGeom prst="line">
            <a:avLst/>
          </a:prstGeom>
          <a:ln w="57150">
            <a:solidFill>
              <a:srgbClr val="000000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pic>
        <p:nvPicPr>
          <p:cNvPr id="115" name="Google Shape;12;p1" descr="Google Shape;12;p1"/>
          <p:cNvPicPr>
            <a:picLocks noChangeAspect="1"/>
          </p:cNvPicPr>
          <p:nvPr/>
        </p:nvPicPr>
        <p:blipFill>
          <a:blip r:embed="rId2">
            <a:extLst/>
          </a:blip>
          <a:srcRect l="0" t="0" r="0" b="18046"/>
          <a:stretch>
            <a:fillRect/>
          </a:stretch>
        </p:blipFill>
        <p:spPr>
          <a:xfrm>
            <a:off x="0" y="5991366"/>
            <a:ext cx="12192001" cy="866635"/>
          </a:xfrm>
          <a:prstGeom prst="rect">
            <a:avLst/>
          </a:prstGeom>
          <a:ln w="12700">
            <a:miter lim="400000"/>
          </a:ln>
        </p:spPr>
      </p:pic>
      <p:sp>
        <p:nvSpPr>
          <p:cNvPr id="116" name="Title Text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>
              <a:defRPr>
                <a:solidFill>
                  <a:srgbClr val="FF0000"/>
                </a:solidFill>
              </a:defRPr>
            </a:lvl1pPr>
          </a:lstStyle>
          <a:p>
            <a:pPr/>
            <a:r>
              <a:t>Title Text</a:t>
            </a:r>
          </a:p>
        </p:txBody>
      </p:sp>
      <p:sp>
        <p:nvSpPr>
          <p:cNvPr id="117" name="Body Level One…"/>
          <p:cNvSpPr txBox="1"/>
          <p:nvPr>
            <p:ph type="body" idx="1"/>
          </p:nvPr>
        </p:nvSpPr>
        <p:spPr>
          <a:xfrm rot="5400000">
            <a:off x="3670300" y="-1714500"/>
            <a:ext cx="4953000" cy="10668001"/>
          </a:xfrm>
          <a:prstGeom prst="rect">
            <a:avLst/>
          </a:prstGeom>
        </p:spPr>
        <p:txBody>
          <a:bodyPr/>
          <a:lstStyle>
            <a:lvl1pPr indent="-342900">
              <a:spcBef>
                <a:spcPts val="300"/>
              </a:spcBef>
            </a:lvl1pPr>
            <a:lvl2pPr marL="982980" indent="-411480">
              <a:spcBef>
                <a:spcPts val="300"/>
              </a:spcBef>
            </a:lvl2pPr>
            <a:lvl3pPr>
              <a:spcBef>
                <a:spcPts val="300"/>
              </a:spcBef>
            </a:lvl3pPr>
            <a:lvl4pPr marL="2000250" indent="-514350">
              <a:spcBef>
                <a:spcPts val="300"/>
              </a:spcBef>
            </a:lvl4pPr>
            <a:lvl5pPr marL="2457450" indent="-514350">
              <a:spcBef>
                <a:spcPts val="300"/>
              </a:spcBef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18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VERTICAL_TITLE_AND_VERTICAL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1;p1"/>
          <p:cNvSpPr/>
          <p:nvPr/>
        </p:nvSpPr>
        <p:spPr>
          <a:xfrm>
            <a:off x="812800" y="914400"/>
            <a:ext cx="10668002" cy="0"/>
          </a:xfrm>
          <a:prstGeom prst="line">
            <a:avLst/>
          </a:prstGeom>
          <a:ln w="57150">
            <a:solidFill>
              <a:srgbClr val="000000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pic>
        <p:nvPicPr>
          <p:cNvPr id="126" name="Google Shape;12;p1" descr="Google Shape;12;p1"/>
          <p:cNvPicPr>
            <a:picLocks noChangeAspect="1"/>
          </p:cNvPicPr>
          <p:nvPr/>
        </p:nvPicPr>
        <p:blipFill>
          <a:blip r:embed="rId2">
            <a:extLst/>
          </a:blip>
          <a:srcRect l="0" t="0" r="0" b="18046"/>
          <a:stretch>
            <a:fillRect/>
          </a:stretch>
        </p:blipFill>
        <p:spPr>
          <a:xfrm>
            <a:off x="0" y="5991366"/>
            <a:ext cx="12192001" cy="866635"/>
          </a:xfrm>
          <a:prstGeom prst="rect">
            <a:avLst/>
          </a:prstGeom>
          <a:ln w="12700">
            <a:miter lim="400000"/>
          </a:ln>
        </p:spPr>
      </p:pic>
      <p:sp>
        <p:nvSpPr>
          <p:cNvPr id="127" name="Title Text"/>
          <p:cNvSpPr txBox="1"/>
          <p:nvPr>
            <p:ph type="title"/>
          </p:nvPr>
        </p:nvSpPr>
        <p:spPr>
          <a:xfrm rot="5400000">
            <a:off x="7285049" y="1828791"/>
            <a:ext cx="5851502" cy="2743202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FF0000"/>
                </a:solidFill>
              </a:defRPr>
            </a:lvl1pPr>
          </a:lstStyle>
          <a:p>
            <a:pPr/>
            <a:r>
              <a:t>Title Text</a:t>
            </a:r>
          </a:p>
        </p:txBody>
      </p:sp>
      <p:sp>
        <p:nvSpPr>
          <p:cNvPr id="128" name="Body Level One…"/>
          <p:cNvSpPr txBox="1"/>
          <p:nvPr>
            <p:ph type="body" idx="1"/>
          </p:nvPr>
        </p:nvSpPr>
        <p:spPr>
          <a:xfrm rot="5400000">
            <a:off x="1696998" y="-812860"/>
            <a:ext cx="5851502" cy="8026501"/>
          </a:xfrm>
          <a:prstGeom prst="rect">
            <a:avLst/>
          </a:prstGeom>
        </p:spPr>
        <p:txBody>
          <a:bodyPr/>
          <a:lstStyle>
            <a:lvl1pPr indent="-342900">
              <a:spcBef>
                <a:spcPts val="300"/>
              </a:spcBef>
            </a:lvl1pPr>
            <a:lvl2pPr marL="982980" indent="-411480">
              <a:spcBef>
                <a:spcPts val="300"/>
              </a:spcBef>
            </a:lvl2pPr>
            <a:lvl3pPr>
              <a:spcBef>
                <a:spcPts val="300"/>
              </a:spcBef>
            </a:lvl3pPr>
            <a:lvl4pPr marL="2000250" indent="-514350">
              <a:spcBef>
                <a:spcPts val="300"/>
              </a:spcBef>
            </a:lvl4pPr>
            <a:lvl5pPr marL="2457450" indent="-514350">
              <a:spcBef>
                <a:spcPts val="300"/>
              </a:spcBef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29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image" Target="../media/image1.png"/><Relationship Id="rId3" Type="http://schemas.openxmlformats.org/officeDocument/2006/relationships/slideLayout" Target="../slideLayouts/slideLayout1.xml"/><Relationship Id="rId4" Type="http://schemas.openxmlformats.org/officeDocument/2006/relationships/slideLayout" Target="../slideLayouts/slideLayout2.xml"/><Relationship Id="rId5" Type="http://schemas.openxmlformats.org/officeDocument/2006/relationships/slideLayout" Target="../slideLayouts/slideLayout3.xml"/><Relationship Id="rId6" Type="http://schemas.openxmlformats.org/officeDocument/2006/relationships/slideLayout" Target="../slideLayouts/slideLayout4.xml"/><Relationship Id="rId7" Type="http://schemas.openxmlformats.org/officeDocument/2006/relationships/slideLayout" Target="../slideLayouts/slideLayout5.xml"/><Relationship Id="rId8" Type="http://schemas.openxmlformats.org/officeDocument/2006/relationships/slideLayout" Target="../slideLayouts/slideLayout6.xml"/><Relationship Id="rId9" Type="http://schemas.openxmlformats.org/officeDocument/2006/relationships/slideLayout" Target="../slideLayouts/slideLayout7.xml"/><Relationship Id="rId10" Type="http://schemas.openxmlformats.org/officeDocument/2006/relationships/slideLayout" Target="../slideLayouts/slideLayout8.xml"/><Relationship Id="rId11" Type="http://schemas.openxmlformats.org/officeDocument/2006/relationships/slideLayout" Target="../slideLayouts/slideLayout9.xml"/><Relationship Id="rId12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1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1;p1"/>
          <p:cNvSpPr/>
          <p:nvPr/>
        </p:nvSpPr>
        <p:spPr>
          <a:xfrm>
            <a:off x="812800" y="914400"/>
            <a:ext cx="10668002" cy="0"/>
          </a:xfrm>
          <a:prstGeom prst="line">
            <a:avLst/>
          </a:prstGeom>
          <a:ln w="57150">
            <a:solidFill>
              <a:srgbClr val="000000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pic>
        <p:nvPicPr>
          <p:cNvPr id="3" name="Google Shape;12;p1" descr="Google Shape;12;p1"/>
          <p:cNvPicPr>
            <a:picLocks noChangeAspect="1"/>
          </p:cNvPicPr>
          <p:nvPr/>
        </p:nvPicPr>
        <p:blipFill>
          <a:blip r:embed="rId2">
            <a:extLst/>
          </a:blip>
          <a:srcRect l="0" t="0" r="0" b="18046"/>
          <a:stretch>
            <a:fillRect/>
          </a:stretch>
        </p:blipFill>
        <p:spPr>
          <a:xfrm>
            <a:off x="0" y="5991366"/>
            <a:ext cx="12192001" cy="866635"/>
          </a:xfrm>
          <a:prstGeom prst="rect">
            <a:avLst/>
          </a:prstGeom>
          <a:ln w="12700">
            <a:miter lim="400000"/>
          </a:ln>
        </p:spPr>
      </p:pic>
      <p:sp>
        <p:nvSpPr>
          <p:cNvPr id="4" name="Title Text"/>
          <p:cNvSpPr txBox="1"/>
          <p:nvPr>
            <p:ph type="title"/>
          </p:nvPr>
        </p:nvSpPr>
        <p:spPr>
          <a:xfrm>
            <a:off x="812800" y="274638"/>
            <a:ext cx="10668000" cy="48750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699" tIns="45699" rIns="45699" bIns="45699" anchor="ctr">
            <a:normAutofit fontScale="100000" lnSpcReduction="0"/>
          </a:bodyPr>
          <a:lstStyle/>
          <a:p>
            <a:pPr/>
            <a:r>
              <a:t>Title Text</a:t>
            </a:r>
          </a:p>
        </p:txBody>
      </p:sp>
      <p:sp>
        <p:nvSpPr>
          <p:cNvPr id="5" name="Body Level One…"/>
          <p:cNvSpPr txBox="1"/>
          <p:nvPr>
            <p:ph type="body" idx="1"/>
          </p:nvPr>
        </p:nvSpPr>
        <p:spPr>
          <a:xfrm>
            <a:off x="812800" y="1143000"/>
            <a:ext cx="10668000" cy="495300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699" tIns="45699" rIns="45699" bIns="45699">
            <a:normAutofit fontScale="100000" lnSpcReduction="0"/>
          </a:bodyPr>
          <a:lstStyle/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6" name="Slide Number"/>
          <p:cNvSpPr txBox="1"/>
          <p:nvPr>
            <p:ph type="sldNum" sz="quarter" idx="2"/>
          </p:nvPr>
        </p:nvSpPr>
        <p:spPr>
          <a:xfrm>
            <a:off x="11284627" y="6397954"/>
            <a:ext cx="297874" cy="281899"/>
          </a:xfrm>
          <a:prstGeom prst="rect">
            <a:avLst/>
          </a:prstGeom>
          <a:ln w="12700">
            <a:miter lim="400000"/>
          </a:ln>
        </p:spPr>
        <p:txBody>
          <a:bodyPr wrap="none" lIns="45699" tIns="45699" rIns="45699" bIns="45699" anchor="ctr">
            <a:spAutoFit/>
          </a:bodyPr>
          <a:lstStyle>
            <a:lvl1pPr algn="r">
              <a:defRPr sz="1200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3"/>
    <p:sldLayoutId id="2147483650" r:id="rId4"/>
    <p:sldLayoutId id="2147483651" r:id="rId5"/>
    <p:sldLayoutId id="2147483652" r:id="rId6"/>
    <p:sldLayoutId id="2147483653" r:id="rId7"/>
    <p:sldLayoutId id="2147483654" r:id="rId8"/>
    <p:sldLayoutId id="2147483655" r:id="rId9"/>
    <p:sldLayoutId id="2147483656" r:id="rId10"/>
    <p:sldLayoutId id="2147483657" r:id="rId11"/>
    <p:sldLayoutId id="2147483658" r:id="rId12"/>
    <p:sldLayoutId id="2147483659" r:id="rId13"/>
  </p:sldLayoutIdLst>
  <p:transition xmlns:p14="http://schemas.microsoft.com/office/powerpoint/2010/main" spd="med" advClick="1"/>
  <p:txStyles>
    <p:titleStyle>
      <a:lvl1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0" strike="noStrike" sz="2800" u="none">
          <a:solidFill>
            <a:srgbClr val="17365D"/>
          </a:solidFill>
          <a:uFillTx/>
          <a:latin typeface="Verdana"/>
          <a:ea typeface="Verdana"/>
          <a:cs typeface="Verdana"/>
          <a:sym typeface="Verdana"/>
        </a:defRPr>
      </a:lvl1pPr>
      <a:lvl2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0" strike="noStrike" sz="2800" u="none">
          <a:solidFill>
            <a:srgbClr val="17365D"/>
          </a:solidFill>
          <a:uFillTx/>
          <a:latin typeface="Verdana"/>
          <a:ea typeface="Verdana"/>
          <a:cs typeface="Verdana"/>
          <a:sym typeface="Verdana"/>
        </a:defRPr>
      </a:lvl2pPr>
      <a:lvl3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0" strike="noStrike" sz="2800" u="none">
          <a:solidFill>
            <a:srgbClr val="17365D"/>
          </a:solidFill>
          <a:uFillTx/>
          <a:latin typeface="Verdana"/>
          <a:ea typeface="Verdana"/>
          <a:cs typeface="Verdana"/>
          <a:sym typeface="Verdana"/>
        </a:defRPr>
      </a:lvl3pPr>
      <a:lvl4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0" strike="noStrike" sz="2800" u="none">
          <a:solidFill>
            <a:srgbClr val="17365D"/>
          </a:solidFill>
          <a:uFillTx/>
          <a:latin typeface="Verdana"/>
          <a:ea typeface="Verdana"/>
          <a:cs typeface="Verdana"/>
          <a:sym typeface="Verdana"/>
        </a:defRPr>
      </a:lvl4pPr>
      <a:lvl5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0" strike="noStrike" sz="2800" u="none">
          <a:solidFill>
            <a:srgbClr val="17365D"/>
          </a:solidFill>
          <a:uFillTx/>
          <a:latin typeface="Verdana"/>
          <a:ea typeface="Verdana"/>
          <a:cs typeface="Verdana"/>
          <a:sym typeface="Verdana"/>
        </a:defRPr>
      </a:lvl5pPr>
      <a:lvl6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0" strike="noStrike" sz="2800" u="none">
          <a:solidFill>
            <a:srgbClr val="17365D"/>
          </a:solidFill>
          <a:uFillTx/>
          <a:latin typeface="Verdana"/>
          <a:ea typeface="Verdana"/>
          <a:cs typeface="Verdana"/>
          <a:sym typeface="Verdana"/>
        </a:defRPr>
      </a:lvl6pPr>
      <a:lvl7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0" strike="noStrike" sz="2800" u="none">
          <a:solidFill>
            <a:srgbClr val="17365D"/>
          </a:solidFill>
          <a:uFillTx/>
          <a:latin typeface="Verdana"/>
          <a:ea typeface="Verdana"/>
          <a:cs typeface="Verdana"/>
          <a:sym typeface="Verdana"/>
        </a:defRPr>
      </a:lvl7pPr>
      <a:lvl8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0" strike="noStrike" sz="2800" u="none">
          <a:solidFill>
            <a:srgbClr val="17365D"/>
          </a:solidFill>
          <a:uFillTx/>
          <a:latin typeface="Verdana"/>
          <a:ea typeface="Verdana"/>
          <a:cs typeface="Verdana"/>
          <a:sym typeface="Verdana"/>
        </a:defRPr>
      </a:lvl8pPr>
      <a:lvl9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0" strike="noStrike" sz="2800" u="none">
          <a:solidFill>
            <a:srgbClr val="17365D"/>
          </a:solidFill>
          <a:uFillTx/>
          <a:latin typeface="Verdana"/>
          <a:ea typeface="Verdana"/>
          <a:cs typeface="Verdana"/>
          <a:sym typeface="Verdana"/>
        </a:defRPr>
      </a:lvl9pPr>
    </p:titleStyle>
    <p:bodyStyle>
      <a:lvl1pPr marL="457200" marR="0" indent="-381000" algn="l" defTabSz="914400" rtl="0" latinLnBrk="0">
        <a:lnSpc>
          <a:spcPct val="100000"/>
        </a:lnSpc>
        <a:spcBef>
          <a:spcPts val="400"/>
        </a:spcBef>
        <a:spcAft>
          <a:spcPts val="0"/>
        </a:spcAft>
        <a:buClr>
          <a:srgbClr val="000000"/>
        </a:buClr>
        <a:buSzPts val="2400"/>
        <a:buFont typeface="Arial"/>
        <a:buChar char="•"/>
        <a:tabLst/>
        <a:defRPr b="0" baseline="0" cap="none" i="0" spc="0" strike="noStrike" sz="2400" u="none">
          <a:solidFill>
            <a:srgbClr val="000000"/>
          </a:solidFill>
          <a:uFillTx/>
          <a:latin typeface="Verdana"/>
          <a:ea typeface="Verdana"/>
          <a:cs typeface="Verdana"/>
          <a:sym typeface="Verdana"/>
        </a:defRPr>
      </a:lvl1pPr>
      <a:lvl2pPr marL="985519" marR="0" indent="-426719" algn="l" defTabSz="914400" rtl="0" latinLnBrk="0">
        <a:lnSpc>
          <a:spcPct val="100000"/>
        </a:lnSpc>
        <a:spcBef>
          <a:spcPts val="400"/>
        </a:spcBef>
        <a:spcAft>
          <a:spcPts val="0"/>
        </a:spcAft>
        <a:buClr>
          <a:srgbClr val="000000"/>
        </a:buClr>
        <a:buSzPts val="2400"/>
        <a:buFont typeface="Arial"/>
        <a:buChar char="–"/>
        <a:tabLst/>
        <a:defRPr b="0" baseline="0" cap="none" i="0" spc="0" strike="noStrike" sz="2400" u="none">
          <a:solidFill>
            <a:srgbClr val="000000"/>
          </a:solidFill>
          <a:uFillTx/>
          <a:latin typeface="Verdana"/>
          <a:ea typeface="Verdana"/>
          <a:cs typeface="Verdana"/>
          <a:sym typeface="Verdana"/>
        </a:defRPr>
      </a:lvl2pPr>
      <a:lvl3pPr marL="1485900" marR="0" indent="-457200" algn="l" defTabSz="914400" rtl="0" latinLnBrk="0">
        <a:lnSpc>
          <a:spcPct val="100000"/>
        </a:lnSpc>
        <a:spcBef>
          <a:spcPts val="400"/>
        </a:spcBef>
        <a:spcAft>
          <a:spcPts val="0"/>
        </a:spcAft>
        <a:buClr>
          <a:srgbClr val="000000"/>
        </a:buClr>
        <a:buSzPts val="2400"/>
        <a:buFont typeface="Arial"/>
        <a:buChar char="•"/>
        <a:tabLst/>
        <a:defRPr b="0" baseline="0" cap="none" i="0" spc="0" strike="noStrike" sz="2400" u="none">
          <a:solidFill>
            <a:srgbClr val="000000"/>
          </a:solidFill>
          <a:uFillTx/>
          <a:latin typeface="Verdana"/>
          <a:ea typeface="Verdana"/>
          <a:cs typeface="Verdana"/>
          <a:sym typeface="Verdana"/>
        </a:defRPr>
      </a:lvl3pPr>
      <a:lvl4pPr marL="1993900" marR="0" indent="-495300" algn="l" defTabSz="914400" rtl="0" latinLnBrk="0">
        <a:lnSpc>
          <a:spcPct val="100000"/>
        </a:lnSpc>
        <a:spcBef>
          <a:spcPts val="400"/>
        </a:spcBef>
        <a:spcAft>
          <a:spcPts val="0"/>
        </a:spcAft>
        <a:buClr>
          <a:srgbClr val="000000"/>
        </a:buClr>
        <a:buSzPts val="2400"/>
        <a:buFont typeface="Arial"/>
        <a:buChar char="–"/>
        <a:tabLst/>
        <a:defRPr b="0" baseline="0" cap="none" i="0" spc="0" strike="noStrike" sz="2400" u="none">
          <a:solidFill>
            <a:srgbClr val="000000"/>
          </a:solidFill>
          <a:uFillTx/>
          <a:latin typeface="Verdana"/>
          <a:ea typeface="Verdana"/>
          <a:cs typeface="Verdana"/>
          <a:sym typeface="Verdana"/>
        </a:defRPr>
      </a:lvl4pPr>
      <a:lvl5pPr marL="2451100" marR="0" indent="-495300" algn="l" defTabSz="914400" rtl="0" latinLnBrk="0">
        <a:lnSpc>
          <a:spcPct val="100000"/>
        </a:lnSpc>
        <a:spcBef>
          <a:spcPts val="400"/>
        </a:spcBef>
        <a:spcAft>
          <a:spcPts val="0"/>
        </a:spcAft>
        <a:buClr>
          <a:srgbClr val="000000"/>
        </a:buClr>
        <a:buSzPts val="2400"/>
        <a:buFont typeface="Arial"/>
        <a:buChar char="»"/>
        <a:tabLst/>
        <a:defRPr b="0" baseline="0" cap="none" i="0" spc="0" strike="noStrike" sz="2400" u="none">
          <a:solidFill>
            <a:srgbClr val="000000"/>
          </a:solidFill>
          <a:uFillTx/>
          <a:latin typeface="Verdana"/>
          <a:ea typeface="Verdana"/>
          <a:cs typeface="Verdana"/>
          <a:sym typeface="Verdana"/>
        </a:defRPr>
      </a:lvl5pPr>
      <a:lvl6pPr marL="2811778" marR="0" indent="-411478" algn="l" defTabSz="914400" rtl="0" latinLnBrk="0">
        <a:lnSpc>
          <a:spcPct val="100000"/>
        </a:lnSpc>
        <a:spcBef>
          <a:spcPts val="400"/>
        </a:spcBef>
        <a:spcAft>
          <a:spcPts val="0"/>
        </a:spcAft>
        <a:buClr>
          <a:srgbClr val="000000"/>
        </a:buClr>
        <a:buSzPts val="2400"/>
        <a:buFont typeface="Arial"/>
        <a:buChar char="•"/>
        <a:tabLst/>
        <a:defRPr b="0" baseline="0" cap="none" i="0" spc="0" strike="noStrike" sz="2400" u="none">
          <a:solidFill>
            <a:srgbClr val="000000"/>
          </a:solidFill>
          <a:uFillTx/>
          <a:latin typeface="Verdana"/>
          <a:ea typeface="Verdana"/>
          <a:cs typeface="Verdana"/>
          <a:sym typeface="Verdana"/>
        </a:defRPr>
      </a:lvl6pPr>
      <a:lvl7pPr marL="3268979" marR="0" indent="-411478" algn="l" defTabSz="914400" rtl="0" latinLnBrk="0">
        <a:lnSpc>
          <a:spcPct val="100000"/>
        </a:lnSpc>
        <a:spcBef>
          <a:spcPts val="400"/>
        </a:spcBef>
        <a:spcAft>
          <a:spcPts val="0"/>
        </a:spcAft>
        <a:buClr>
          <a:srgbClr val="000000"/>
        </a:buClr>
        <a:buSzPts val="2400"/>
        <a:buFont typeface="Arial"/>
        <a:buChar char="•"/>
        <a:tabLst/>
        <a:defRPr b="0" baseline="0" cap="none" i="0" spc="0" strike="noStrike" sz="2400" u="none">
          <a:solidFill>
            <a:srgbClr val="000000"/>
          </a:solidFill>
          <a:uFillTx/>
          <a:latin typeface="Verdana"/>
          <a:ea typeface="Verdana"/>
          <a:cs typeface="Verdana"/>
          <a:sym typeface="Verdana"/>
        </a:defRPr>
      </a:lvl7pPr>
      <a:lvl8pPr marL="3726179" marR="0" indent="-411479" algn="l" defTabSz="914400" rtl="0" latinLnBrk="0">
        <a:lnSpc>
          <a:spcPct val="100000"/>
        </a:lnSpc>
        <a:spcBef>
          <a:spcPts val="400"/>
        </a:spcBef>
        <a:spcAft>
          <a:spcPts val="0"/>
        </a:spcAft>
        <a:buClr>
          <a:srgbClr val="000000"/>
        </a:buClr>
        <a:buSzPts val="2400"/>
        <a:buFont typeface="Arial"/>
        <a:buChar char="•"/>
        <a:tabLst/>
        <a:defRPr b="0" baseline="0" cap="none" i="0" spc="0" strike="noStrike" sz="2400" u="none">
          <a:solidFill>
            <a:srgbClr val="000000"/>
          </a:solidFill>
          <a:uFillTx/>
          <a:latin typeface="Verdana"/>
          <a:ea typeface="Verdana"/>
          <a:cs typeface="Verdana"/>
          <a:sym typeface="Verdana"/>
        </a:defRPr>
      </a:lvl8pPr>
      <a:lvl9pPr marL="4183379" marR="0" indent="-411479" algn="l" defTabSz="914400" rtl="0" latinLnBrk="0">
        <a:lnSpc>
          <a:spcPct val="100000"/>
        </a:lnSpc>
        <a:spcBef>
          <a:spcPts val="400"/>
        </a:spcBef>
        <a:spcAft>
          <a:spcPts val="0"/>
        </a:spcAft>
        <a:buClr>
          <a:srgbClr val="000000"/>
        </a:buClr>
        <a:buSzPts val="2400"/>
        <a:buFont typeface="Arial"/>
        <a:buChar char="•"/>
        <a:tabLst/>
        <a:defRPr b="0" baseline="0" cap="none" i="0" spc="0" strike="noStrike" sz="2400" u="none">
          <a:solidFill>
            <a:srgbClr val="000000"/>
          </a:solidFill>
          <a:uFillTx/>
          <a:latin typeface="Verdana"/>
          <a:ea typeface="Verdana"/>
          <a:cs typeface="Verdana"/>
          <a:sym typeface="Verdana"/>
        </a:defRPr>
      </a:lvl9pPr>
    </p:bodyStyle>
    <p:otherStyle>
      <a:lvl1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Verdana"/>
        </a:defRPr>
      </a:lvl1pPr>
      <a:lvl2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Verdana"/>
        </a:defRPr>
      </a:lvl2pPr>
      <a:lvl3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Verdana"/>
        </a:defRPr>
      </a:lvl3pPr>
      <a:lvl4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Verdana"/>
        </a:defRPr>
      </a:lvl4pPr>
      <a:lvl5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Verdana"/>
        </a:defRPr>
      </a:lvl5pPr>
      <a:lvl6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Verdana"/>
        </a:defRPr>
      </a:lvl6pPr>
      <a:lvl7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Verdana"/>
        </a:defRPr>
      </a:lvl7pPr>
      <a:lvl8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Verdana"/>
        </a:defRPr>
      </a:lvl8pPr>
      <a:lvl9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Verdana"/>
        </a:defRPr>
      </a:lvl9pPr>
    </p:otherStyle>
  </p:txStyles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png"/></Relationships>
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png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87;p13"/>
          <p:cNvSpPr txBox="1"/>
          <p:nvPr>
            <p:ph type="ctrTitle"/>
          </p:nvPr>
        </p:nvSpPr>
        <p:spPr>
          <a:xfrm>
            <a:off x="790468" y="1069101"/>
            <a:ext cx="10363201" cy="962900"/>
          </a:xfrm>
          <a:prstGeom prst="rect">
            <a:avLst/>
          </a:prstGeom>
        </p:spPr>
        <p:txBody>
          <a:bodyPr/>
          <a:lstStyle>
            <a:lvl1pPr algn="ctr">
              <a:defRPr b="0"/>
            </a:lvl1pPr>
          </a:lstStyle>
          <a:p>
            <a:pPr/>
            <a:r>
              <a:t>PSCS_49_Al-based tool for preliminary diagnosis of Dermatological manifestations	</a:t>
            </a:r>
          </a:p>
        </p:txBody>
      </p:sp>
      <p:sp>
        <p:nvSpPr>
          <p:cNvPr id="139" name="Google Shape;88;p13"/>
          <p:cNvSpPr txBox="1"/>
          <p:nvPr>
            <p:ph type="subTitle" sz="quarter" idx="1"/>
          </p:nvPr>
        </p:nvSpPr>
        <p:spPr>
          <a:xfrm>
            <a:off x="790468" y="2045352"/>
            <a:ext cx="4391131" cy="552302"/>
          </a:xfrm>
          <a:prstGeom prst="rect">
            <a:avLst/>
          </a:prstGeom>
        </p:spPr>
        <p:txBody>
          <a:bodyPr/>
          <a:lstStyle>
            <a:lvl1pPr marL="0" indent="0" algn="l">
              <a:spcBef>
                <a:spcPts val="0"/>
              </a:spcBef>
              <a:defRPr b="0" sz="1800">
                <a:latin typeface="Cambria"/>
                <a:ea typeface="Cambria"/>
                <a:cs typeface="Cambria"/>
                <a:sym typeface="Cambria"/>
              </a:defRPr>
            </a:lvl1pPr>
          </a:lstStyle>
          <a:p>
            <a:pPr/>
            <a:r>
              <a:t>Batch Number: 2022</a:t>
            </a:r>
          </a:p>
        </p:txBody>
      </p:sp>
      <p:sp>
        <p:nvSpPr>
          <p:cNvPr id="140" name="Google Shape;90;p13"/>
          <p:cNvSpPr txBox="1"/>
          <p:nvPr/>
        </p:nvSpPr>
        <p:spPr>
          <a:xfrm>
            <a:off x="6525920" y="2513339"/>
            <a:ext cx="5422852" cy="202056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699" tIns="45699" rIns="45699" bIns="45699">
            <a:normAutofit fontScale="100000" lnSpcReduction="0"/>
          </a:bodyPr>
          <a:lstStyle/>
          <a:p>
            <a:pPr algn="ctr" defTabSz="841247">
              <a:defRPr sz="1600">
                <a:solidFill>
                  <a:srgbClr val="17365D"/>
                </a:solidFill>
                <a:latin typeface="Cambria"/>
                <a:ea typeface="Cambria"/>
                <a:cs typeface="Cambria"/>
                <a:sym typeface="Cambria"/>
              </a:defRPr>
            </a:pPr>
            <a:r>
              <a:t>Under the Supervision of,</a:t>
            </a:r>
          </a:p>
          <a:p>
            <a:pPr algn="ctr" defTabSz="841247">
              <a:spcBef>
                <a:spcPts val="300"/>
              </a:spcBef>
              <a:defRPr sz="1800">
                <a:solidFill>
                  <a:srgbClr val="17365D"/>
                </a:solidFill>
                <a:latin typeface="Cambria"/>
                <a:ea typeface="Cambria"/>
                <a:cs typeface="Cambria"/>
                <a:sym typeface="Cambria"/>
              </a:defRPr>
            </a:pPr>
          </a:p>
          <a:p>
            <a:pPr defTabSz="841247">
              <a:spcBef>
                <a:spcPts val="200"/>
              </a:spcBef>
              <a:defRPr sz="1500">
                <a:solidFill>
                  <a:srgbClr val="17365D"/>
                </a:solidFill>
                <a:latin typeface="Cambria"/>
                <a:ea typeface="Cambria"/>
                <a:cs typeface="Cambria"/>
                <a:sym typeface="Cambria"/>
              </a:defRPr>
            </a:pPr>
            <a:r>
              <a:t>Dr./Mr./Ms./Prof.</a:t>
            </a:r>
          </a:p>
          <a:p>
            <a:pPr defTabSz="841247">
              <a:spcBef>
                <a:spcPts val="200"/>
              </a:spcBef>
              <a:defRPr sz="1500">
                <a:solidFill>
                  <a:srgbClr val="17365D"/>
                </a:solidFill>
                <a:latin typeface="Cambria"/>
                <a:ea typeface="Cambria"/>
                <a:cs typeface="Cambria"/>
                <a:sym typeface="Cambria"/>
              </a:defRPr>
            </a:pPr>
            <a:r>
              <a:t>Professor / Associate Professor / Assistant Professor</a:t>
            </a:r>
          </a:p>
          <a:p>
            <a:pPr defTabSz="841247">
              <a:spcBef>
                <a:spcPts val="200"/>
              </a:spcBef>
              <a:defRPr sz="1500">
                <a:solidFill>
                  <a:srgbClr val="17365D"/>
                </a:solidFill>
                <a:latin typeface="Cambria"/>
                <a:ea typeface="Cambria"/>
                <a:cs typeface="Cambria"/>
                <a:sym typeface="Cambria"/>
              </a:defRPr>
            </a:pPr>
            <a:r>
              <a:t>School of Computer Science and Engineering</a:t>
            </a:r>
          </a:p>
          <a:p>
            <a:pPr defTabSz="841247">
              <a:spcBef>
                <a:spcPts val="200"/>
              </a:spcBef>
              <a:defRPr sz="1500">
                <a:solidFill>
                  <a:srgbClr val="17365D"/>
                </a:solidFill>
                <a:latin typeface="Cambria"/>
                <a:ea typeface="Cambria"/>
                <a:cs typeface="Cambria"/>
                <a:sym typeface="Cambria"/>
              </a:defRPr>
            </a:pPr>
            <a:r>
              <a:t>Presidency University</a:t>
            </a:r>
          </a:p>
        </p:txBody>
      </p:sp>
      <p:graphicFrame>
        <p:nvGraphicFramePr>
          <p:cNvPr id="141" name="Google Shape;89;p13"/>
          <p:cNvGraphicFramePr/>
          <p:nvPr/>
        </p:nvGraphicFramePr>
        <p:xfrm>
          <a:off x="553348" y="2452253"/>
          <a:ext cx="5822514" cy="3561486"/>
        </p:xfrm>
        <a:graphic xmlns:a="http://schemas.openxmlformats.org/drawingml/2006/main">
          <a:graphicData uri="http://schemas.openxmlformats.org/drawingml/2006/table">
            <a:tbl>
              <a:tblPr firstCol="0" firstRow="1" lastCol="0" lastRow="0" bandCol="0" bandRow="0" rtl="0">
                <a:tableStyleId>{4C3C2611-4C71-4FC5-86AE-919BDF0F9419}</a:tableStyleId>
              </a:tblPr>
              <a:tblGrid>
                <a:gridCol w="2240390"/>
                <a:gridCol w="3582124"/>
              </a:tblGrid>
              <a:tr h="395724">
                <a:tc>
                  <a:txBody>
                    <a:bodyPr/>
                    <a:lstStyle/>
                    <a:p>
                      <a:pPr lvl="1" algn="ctr">
                        <a:defRPr b="1" sz="1800">
                          <a:solidFill>
                            <a:srgbClr val="17365D"/>
                          </a:solidFill>
                          <a:sym typeface="Arial"/>
                        </a:defRPr>
                      </a:pPr>
                      <a:r>
                        <a:t>Roll Number</a:t>
                      </a:r>
                    </a:p>
                  </a:txBody>
                  <a:tcPr marL="45725" marR="45725" marT="45725" marB="45725" anchor="ctr" anchorCtr="0" horzOverflow="overflow"/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b="1">
                          <a:solidFill>
                            <a:srgbClr val="17365D"/>
                          </a:solidFill>
                          <a:sym typeface="Arial"/>
                        </a:rPr>
                        <a:t>Student Name</a:t>
                      </a:r>
                    </a:p>
                  </a:txBody>
                  <a:tcPr marL="45725" marR="45725" marT="45725" marB="45725" anchor="ctr" anchorCtr="0" horzOverflow="overflow"/>
                </a:tc>
              </a:tr>
              <a:tr h="1582864">
                <a:tc>
                  <a:txBody>
                    <a:bodyPr/>
                    <a:lstStyle/>
                    <a:p>
                      <a:pPr algn="ctr">
                        <a:defRPr sz="1800">
                          <a:sym typeface="Arial"/>
                        </a:defRPr>
                      </a:pPr>
                      <a:r>
                        <a:t>20221CAI0037</a:t>
                      </a:r>
                    </a:p>
                    <a:p>
                      <a:pPr algn="ctr">
                        <a:defRPr sz="1800">
                          <a:sym typeface="Arial"/>
                        </a:defRPr>
                      </a:pPr>
                    </a:p>
                    <a:p>
                      <a:pPr algn="ctr">
                        <a:defRPr sz="1800">
                          <a:sym typeface="Arial"/>
                        </a:defRPr>
                      </a:pPr>
                      <a:r>
                        <a:t>20221CAI0048</a:t>
                      </a:r>
                    </a:p>
                    <a:p>
                      <a:pPr algn="ctr">
                        <a:defRPr sz="1800">
                          <a:sym typeface="Arial"/>
                        </a:defRPr>
                      </a:pPr>
                    </a:p>
                    <a:p>
                      <a:pPr algn="ctr">
                        <a:defRPr sz="1800">
                          <a:sym typeface="Arial"/>
                        </a:defRPr>
                      </a:pPr>
                      <a:r>
                        <a:t>20221CAI0008</a:t>
                      </a:r>
                    </a:p>
                  </a:txBody>
                  <a:tcPr marL="45725" marR="45725" marT="45725" marB="45725" anchor="ctr" anchorCtr="0" horzOverflow="overflow"/>
                </a:tc>
                <a:tc>
                  <a:txBody>
                    <a:bodyPr/>
                    <a:lstStyle/>
                    <a:p>
                      <a:pPr algn="ctr">
                        <a:defRPr sz="1800">
                          <a:sym typeface="Arial"/>
                        </a:defRPr>
                      </a:pPr>
                      <a:r>
                        <a:t>Armaan Khan</a:t>
                      </a:r>
                    </a:p>
                    <a:p>
                      <a:pPr algn="ctr">
                        <a:defRPr sz="1800">
                          <a:sym typeface="Arial"/>
                        </a:defRPr>
                      </a:pPr>
                    </a:p>
                    <a:p>
                      <a:pPr algn="ctr">
                        <a:defRPr sz="1800">
                          <a:sym typeface="Arial"/>
                        </a:defRPr>
                      </a:pPr>
                      <a:r>
                        <a:t>Syed Basim</a:t>
                      </a:r>
                    </a:p>
                    <a:p>
                      <a:pPr algn="ctr">
                        <a:defRPr sz="1800">
                          <a:sym typeface="Arial"/>
                        </a:defRPr>
                      </a:pPr>
                    </a:p>
                    <a:p>
                      <a:pPr algn="ctr">
                        <a:defRPr sz="1800">
                          <a:latin typeface="Bookman Old Style"/>
                          <a:ea typeface="Bookman Old Style"/>
                          <a:cs typeface="Bookman Old Style"/>
                          <a:sym typeface="Bookman Old Style"/>
                        </a:defRPr>
                      </a:pPr>
                      <a:r>
                        <a:t>Shaik Mahammed Saif</a:t>
                      </a:r>
                      <a:r>
                        <a:rPr sz="1400"/>
                        <a:t>	</a:t>
                      </a:r>
                    </a:p>
                  </a:txBody>
                  <a:tcPr marL="45725" marR="45725" marT="45725" marB="45725" anchor="ctr" anchorCtr="0" horzOverflow="overflow"/>
                </a:tc>
              </a:tr>
              <a:tr h="395724">
                <a:tc>
                  <a:txBody>
                    <a:bodyPr/>
                    <a:lstStyle/>
                    <a:p>
                      <a:pPr>
                        <a:defRPr>
                          <a:sym typeface="Arial"/>
                        </a:defRPr>
                      </a:pPr>
                    </a:p>
                  </a:txBody>
                  <a:tcPr marL="45725" marR="45725" marT="45725" marB="45725" anchor="ctr" anchorCtr="0" horzOverflow="overflow"/>
                </a:tc>
                <a:tc>
                  <a:txBody>
                    <a:bodyPr/>
                    <a:lstStyle/>
                    <a:p>
                      <a:pPr>
                        <a:defRPr>
                          <a:sym typeface="Arial"/>
                        </a:defRPr>
                      </a:pPr>
                    </a:p>
                  </a:txBody>
                  <a:tcPr marL="45725" marR="45725" marT="45725" marB="45725" anchor="ctr" anchorCtr="0" horzOverflow="overflow"/>
                </a:tc>
              </a:tr>
              <a:tr h="395724">
                <a:tc>
                  <a:txBody>
                    <a:bodyPr/>
                    <a:lstStyle/>
                    <a:p>
                      <a:pPr>
                        <a:defRPr>
                          <a:sym typeface="Arial"/>
                        </a:defRPr>
                      </a:pPr>
                    </a:p>
                  </a:txBody>
                  <a:tcPr marL="45725" marR="45725" marT="45725" marB="45725" anchor="ctr" anchorCtr="0" horzOverflow="overflow"/>
                </a:tc>
                <a:tc>
                  <a:txBody>
                    <a:bodyPr/>
                    <a:lstStyle/>
                    <a:p>
                      <a:pPr>
                        <a:defRPr>
                          <a:sym typeface="Arial"/>
                        </a:defRPr>
                      </a:pPr>
                    </a:p>
                  </a:txBody>
                  <a:tcPr marL="45725" marR="45725" marT="45725" marB="45725" anchor="ctr" anchorCtr="0" horzOverflow="overflow"/>
                </a:tc>
              </a:tr>
              <a:tr h="395724">
                <a:tc>
                  <a:txBody>
                    <a:bodyPr/>
                    <a:lstStyle/>
                    <a:p>
                      <a:pPr>
                        <a:defRPr>
                          <a:sym typeface="Arial"/>
                        </a:defRPr>
                      </a:pPr>
                    </a:p>
                  </a:txBody>
                  <a:tcPr marL="45725" marR="45725" marT="45725" marB="45725" anchor="ctr" anchorCtr="0" horzOverflow="overflow"/>
                </a:tc>
                <a:tc>
                  <a:txBody>
                    <a:bodyPr/>
                    <a:lstStyle/>
                    <a:p>
                      <a:pPr>
                        <a:defRPr>
                          <a:sym typeface="Arial"/>
                        </a:defRPr>
                      </a:pPr>
                    </a:p>
                  </a:txBody>
                  <a:tcPr marL="45725" marR="45725" marT="45725" marB="45725" anchor="ctr" anchorCtr="0" horzOverflow="overflow"/>
                </a:tc>
              </a:tr>
              <a:tr h="395724">
                <a:tc>
                  <a:txBody>
                    <a:bodyPr/>
                    <a:lstStyle/>
                    <a:p>
                      <a:pPr>
                        <a:defRPr>
                          <a:sym typeface="Arial"/>
                        </a:defRPr>
                      </a:pPr>
                    </a:p>
                  </a:txBody>
                  <a:tcPr marL="45725" marR="45725" marT="45725" marB="45725" anchor="ctr" anchorCtr="0" horzOverflow="overflow"/>
                </a:tc>
                <a:tc>
                  <a:txBody>
                    <a:bodyPr/>
                    <a:lstStyle/>
                    <a:p>
                      <a:pPr>
                        <a:defRPr>
                          <a:sym typeface="Arial"/>
                        </a:defRPr>
                      </a:pPr>
                    </a:p>
                  </a:txBody>
                  <a:tcPr marL="45725" marR="45725" marT="45725" marB="45725" anchor="ctr" anchorCtr="0" horzOverflow="overflow"/>
                </a:tc>
              </a:tr>
            </a:tbl>
          </a:graphicData>
        </a:graphic>
      </p:graphicFrame>
      <p:sp>
        <p:nvSpPr>
          <p:cNvPr id="142" name="Google Shape;91;p13"/>
          <p:cNvSpPr txBox="1"/>
          <p:nvPr/>
        </p:nvSpPr>
        <p:spPr>
          <a:xfrm>
            <a:off x="2877948" y="136439"/>
            <a:ext cx="5407526" cy="6628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699" tIns="45699" rIns="45699" bIns="45699">
            <a:spAutoFit/>
          </a:bodyPr>
          <a:lstStyle/>
          <a:p>
            <a:pPr algn="ctr">
              <a:defRPr sz="1800">
                <a:solidFill>
                  <a:srgbClr val="17365D"/>
                </a:solidFill>
                <a:latin typeface="Cambria"/>
                <a:ea typeface="Cambria"/>
                <a:cs typeface="Cambria"/>
                <a:sym typeface="Cambria"/>
              </a:defRPr>
            </a:pPr>
            <a:r>
              <a:t>CSE7101- Capstone Project</a:t>
            </a:r>
          </a:p>
          <a:p>
            <a:pPr algn="ctr">
              <a:spcBef>
                <a:spcPts val="300"/>
              </a:spcBef>
              <a:defRPr sz="1800">
                <a:solidFill>
                  <a:srgbClr val="17365D"/>
                </a:solidFill>
                <a:latin typeface="Cambria"/>
                <a:ea typeface="Cambria"/>
                <a:cs typeface="Cambria"/>
                <a:sym typeface="Cambria"/>
              </a:defRPr>
            </a:pPr>
            <a:r>
              <a:t>Review-1</a:t>
            </a:r>
          </a:p>
        </p:txBody>
      </p:sp>
      <p:sp>
        <p:nvSpPr>
          <p:cNvPr id="143" name="Google Shape;91;p13"/>
          <p:cNvSpPr txBox="1"/>
          <p:nvPr/>
        </p:nvSpPr>
        <p:spPr>
          <a:xfrm>
            <a:off x="45723" y="4533900"/>
            <a:ext cx="12158469" cy="118063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699" tIns="45699" rIns="45699" bIns="45699">
            <a:spAutoFit/>
          </a:bodyPr>
          <a:lstStyle/>
          <a:p>
            <a:pPr>
              <a:defRPr sz="1800">
                <a:solidFill>
                  <a:schemeClr val="accent1"/>
                </a:solidFill>
                <a:latin typeface="Cambria"/>
                <a:ea typeface="Cambria"/>
                <a:cs typeface="Cambria"/>
                <a:sym typeface="Cambria"/>
              </a:defRPr>
            </a:pPr>
            <a:r>
              <a:t>Name of the Program: </a:t>
            </a:r>
            <a:r>
              <a:rPr>
                <a:solidFill>
                  <a:srgbClr val="000000"/>
                </a:solidFill>
                <a:latin typeface="+mn-lt"/>
                <a:ea typeface="+mn-ea"/>
                <a:cs typeface="+mn-cs"/>
                <a:sym typeface="Arial"/>
              </a:rPr>
              <a:t>CAI-Computer Science &amp; Engineering (Artificial Intelligence &amp; Machine Learning) </a:t>
            </a:r>
            <a:endParaRPr>
              <a:latin typeface="+mn-lt"/>
              <a:ea typeface="+mn-ea"/>
              <a:cs typeface="+mn-cs"/>
              <a:sym typeface="Arial"/>
            </a:endParaRPr>
          </a:p>
          <a:p>
            <a:pPr>
              <a:defRPr sz="1800">
                <a:solidFill>
                  <a:schemeClr val="accent1"/>
                </a:solidFill>
                <a:latin typeface="Cambria"/>
                <a:ea typeface="Cambria"/>
                <a:cs typeface="Cambria"/>
                <a:sym typeface="Cambria"/>
              </a:defRPr>
            </a:pPr>
            <a:r>
              <a:t>Name of the HoD: </a:t>
            </a:r>
            <a:r>
              <a:rPr>
                <a:solidFill>
                  <a:srgbClr val="000000"/>
                </a:solidFill>
                <a:latin typeface="+mn-lt"/>
                <a:ea typeface="+mn-ea"/>
                <a:cs typeface="+mn-cs"/>
                <a:sym typeface="Arial"/>
              </a:rPr>
              <a:t>Dr. Zafar Ali Khan N</a:t>
            </a:r>
            <a:endParaRPr>
              <a:latin typeface="+mn-lt"/>
              <a:ea typeface="+mn-ea"/>
              <a:cs typeface="+mn-cs"/>
              <a:sym typeface="Arial"/>
            </a:endParaRPr>
          </a:p>
          <a:p>
            <a:pPr>
              <a:defRPr sz="1800">
                <a:solidFill>
                  <a:schemeClr val="accent1"/>
                </a:solidFill>
                <a:latin typeface="Cambria"/>
                <a:ea typeface="Cambria"/>
                <a:cs typeface="Cambria"/>
                <a:sym typeface="Cambria"/>
              </a:defRPr>
            </a:pPr>
            <a:r>
              <a:t>Name of the Program Project Coordinator: </a:t>
            </a:r>
            <a:r>
              <a:rPr>
                <a:solidFill>
                  <a:srgbClr val="000000"/>
                </a:solidFill>
                <a:latin typeface="+mn-lt"/>
                <a:ea typeface="+mn-ea"/>
                <a:cs typeface="+mn-cs"/>
                <a:sym typeface="Arial"/>
              </a:rPr>
              <a:t>Ms. Suma N G</a:t>
            </a:r>
            <a:endParaRPr>
              <a:latin typeface="+mn-lt"/>
              <a:ea typeface="+mn-ea"/>
              <a:cs typeface="+mn-cs"/>
              <a:sym typeface="Arial"/>
            </a:endParaRPr>
          </a:p>
          <a:p>
            <a:pPr>
              <a:defRPr sz="1800">
                <a:solidFill>
                  <a:schemeClr val="accent1"/>
                </a:solidFill>
                <a:latin typeface="Cambria"/>
                <a:ea typeface="Cambria"/>
                <a:cs typeface="Cambria"/>
                <a:sym typeface="Cambria"/>
              </a:defRPr>
            </a:pPr>
            <a:r>
              <a:t>Name of the School Project Coordinators: </a:t>
            </a:r>
            <a:r>
              <a:rPr>
                <a:solidFill>
                  <a:srgbClr val="000000"/>
                </a:solidFill>
              </a:rPr>
              <a:t>Dr. Sampath A K , Dr. Geetha A 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96;p14"/>
          <p:cNvSpPr txBox="1"/>
          <p:nvPr>
            <p:ph type="title"/>
          </p:nvPr>
        </p:nvSpPr>
        <p:spPr>
          <a:xfrm>
            <a:off x="812800" y="274638"/>
            <a:ext cx="10668000" cy="487502"/>
          </a:xfrm>
          <a:prstGeom prst="rect">
            <a:avLst/>
          </a:prstGeom>
        </p:spPr>
        <p:txBody>
          <a:bodyPr/>
          <a:lstStyle>
            <a:lvl1pPr defTabSz="868680">
              <a:defRPr b="0" sz="2600">
                <a:latin typeface="Cambria"/>
                <a:ea typeface="Cambria"/>
                <a:cs typeface="Cambria"/>
                <a:sym typeface="Cambria"/>
              </a:defRPr>
            </a:lvl1pPr>
          </a:lstStyle>
          <a:p>
            <a:pPr/>
            <a:r>
              <a:t>Problem Statement Number: </a:t>
            </a:r>
          </a:p>
        </p:txBody>
      </p:sp>
      <p:sp>
        <p:nvSpPr>
          <p:cNvPr id="146" name="Google Shape;97;p14"/>
          <p:cNvSpPr txBox="1"/>
          <p:nvPr>
            <p:ph type="body" idx="1"/>
          </p:nvPr>
        </p:nvSpPr>
        <p:spPr>
          <a:xfrm>
            <a:off x="812800" y="1142999"/>
            <a:ext cx="10668000" cy="4953003"/>
          </a:xfrm>
          <a:prstGeom prst="rect">
            <a:avLst/>
          </a:prstGeom>
        </p:spPr>
        <p:txBody>
          <a:bodyPr/>
          <a:lstStyle/>
          <a:p>
            <a:pPr marL="38100" indent="114300" algn="just">
              <a:lnSpc>
                <a:spcPct val="80000"/>
              </a:lnSpc>
              <a:spcBef>
                <a:spcPts val="0"/>
              </a:spcBef>
              <a:buSzTx/>
              <a:buNone/>
              <a:defRPr sz="1500">
                <a:latin typeface="Cambria"/>
                <a:ea typeface="Cambria"/>
                <a:cs typeface="Cambria"/>
                <a:sym typeface="Cambria"/>
              </a:defRPr>
            </a:pPr>
            <a:r>
              <a:t>Organization: MedTech/BioTech/HealthTech</a:t>
            </a:r>
          </a:p>
          <a:p>
            <a:pPr marL="38100" indent="114300" algn="just">
              <a:lnSpc>
                <a:spcPct val="160000"/>
              </a:lnSpc>
              <a:spcBef>
                <a:spcPts val="0"/>
              </a:spcBef>
              <a:buSzTx/>
              <a:buNone/>
              <a:defRPr sz="1500">
                <a:latin typeface="Cambria"/>
                <a:ea typeface="Cambria"/>
                <a:cs typeface="Cambria"/>
                <a:sym typeface="Cambria"/>
              </a:defRPr>
            </a:pPr>
            <a:r>
              <a:t>Category (Hardware / Software / Both) :Software</a:t>
            </a:r>
          </a:p>
          <a:p>
            <a:pPr marL="38100" indent="114300" algn="just">
              <a:lnSpc>
                <a:spcPct val="160000"/>
              </a:lnSpc>
              <a:spcBef>
                <a:spcPts val="0"/>
              </a:spcBef>
              <a:buSzTx/>
              <a:buNone/>
              <a:defRPr sz="2000">
                <a:latin typeface="Cambria"/>
                <a:ea typeface="Cambria"/>
                <a:cs typeface="Cambria"/>
                <a:sym typeface="Cambria"/>
              </a:defRPr>
            </a:pPr>
            <a:r>
              <a:t>Problem Description:</a:t>
            </a:r>
            <a:endParaRPr sz="1500"/>
          </a:p>
          <a:p>
            <a:pPr>
              <a:lnSpc>
                <a:spcPct val="80000"/>
              </a:lnSpc>
              <a:buSzPts val="1600"/>
              <a:defRPr sz="1600"/>
            </a:pPr>
            <a:r>
              <a:t>Dermatological disorders are highly prevalent and can affect individuals of all ages and backgrounds.</a:t>
            </a:r>
            <a:endParaRPr sz="1500"/>
          </a:p>
          <a:p>
            <a:pPr>
              <a:lnSpc>
                <a:spcPct val="80000"/>
              </a:lnSpc>
              <a:buSzPts val="1600"/>
              <a:defRPr sz="1600"/>
            </a:pPr>
            <a:r>
              <a:t>Accurate and timely diagnosis is crucial for effective treatment and the prevention of complications, such as progression to serious diseases like skin cancer.</a:t>
            </a:r>
            <a:endParaRPr sz="1500"/>
          </a:p>
          <a:p>
            <a:pPr>
              <a:lnSpc>
                <a:spcPct val="80000"/>
              </a:lnSpc>
              <a:buSzPts val="1600"/>
              <a:defRPr sz="1600"/>
            </a:pPr>
            <a:r>
              <a:t>There is often limited access to dermatology specialists, especially in rural or underserved communities, leading to long wait times and delays in diagnosis.</a:t>
            </a:r>
            <a:endParaRPr sz="1500"/>
          </a:p>
          <a:p>
            <a:pPr>
              <a:lnSpc>
                <a:spcPct val="80000"/>
              </a:lnSpc>
              <a:buSzPts val="1600"/>
              <a:defRPr sz="1600"/>
            </a:pPr>
            <a:r>
              <a:t>Healthcare systems are often overwhelmed, and dermatologists face high patient volumes, which can reduce the quality and consistency of care.</a:t>
            </a:r>
            <a:endParaRPr sz="1500"/>
          </a:p>
          <a:p>
            <a:pPr>
              <a:lnSpc>
                <a:spcPct val="80000"/>
              </a:lnSpc>
              <a:buSzPts val="1600"/>
              <a:defRPr sz="1600"/>
            </a:pPr>
            <a:r>
              <a:t>The diagnostic process for skin conditions relies on visual assessment, resulting in variability based on clinician experience and increasing the risk of misdiagnosis.</a:t>
            </a:r>
            <a:endParaRPr sz="1500"/>
          </a:p>
          <a:p>
            <a:pPr>
              <a:lnSpc>
                <a:spcPct val="80000"/>
              </a:lnSpc>
              <a:buSzPts val="1600"/>
              <a:defRPr sz="1600"/>
            </a:pPr>
            <a:r>
              <a:t>Many patients resort to self-diagnosis using unreliable sources, causing confusion, anxiety, or delays in seeking appropriate medical attention.</a:t>
            </a:r>
            <a:endParaRPr sz="1500"/>
          </a:p>
          <a:p>
            <a:pPr>
              <a:lnSpc>
                <a:spcPct val="80000"/>
              </a:lnSpc>
              <a:buSzPts val="1600"/>
              <a:defRPr sz="1600"/>
            </a:pPr>
            <a:r>
              <a:t>There is a growing need for an accessible and efficient preliminary diagnostic tool to support both patients and healthcare providers in the early assessment and triage of skin manifestations.</a:t>
            </a:r>
            <a:endParaRPr sz="1500"/>
          </a:p>
          <a:p>
            <a:pPr>
              <a:lnSpc>
                <a:spcPct val="80000"/>
              </a:lnSpc>
              <a:buSzPts val="1600"/>
              <a:defRPr sz="1600"/>
            </a:pPr>
            <a:r>
              <a:t>An AI-based tool can provide instant, consistent, and data-driven preliminary analysis, improving access to care, standardization of diagnosis, and overall patient outcomes.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96;p14"/>
          <p:cNvSpPr txBox="1"/>
          <p:nvPr>
            <p:ph type="title"/>
          </p:nvPr>
        </p:nvSpPr>
        <p:spPr>
          <a:xfrm>
            <a:off x="812800" y="274638"/>
            <a:ext cx="10668000" cy="487502"/>
          </a:xfrm>
          <a:prstGeom prst="rect">
            <a:avLst/>
          </a:prstGeom>
        </p:spPr>
        <p:txBody>
          <a:bodyPr/>
          <a:lstStyle>
            <a:lvl1pPr defTabSz="868680">
              <a:defRPr b="0" sz="2600">
                <a:latin typeface="Cambria"/>
                <a:ea typeface="Cambria"/>
                <a:cs typeface="Cambria"/>
                <a:sym typeface="Cambria"/>
              </a:defRPr>
            </a:lvl1pPr>
          </a:lstStyle>
          <a:p>
            <a:pPr/>
            <a:r>
              <a:t>Content</a:t>
            </a:r>
          </a:p>
        </p:txBody>
      </p:sp>
      <p:sp>
        <p:nvSpPr>
          <p:cNvPr id="149" name="Google Shape;97;p14"/>
          <p:cNvSpPr txBox="1"/>
          <p:nvPr>
            <p:ph type="body" idx="1"/>
          </p:nvPr>
        </p:nvSpPr>
        <p:spPr>
          <a:xfrm>
            <a:off x="812800" y="1186178"/>
            <a:ext cx="10668000" cy="4485643"/>
          </a:xfrm>
          <a:prstGeom prst="rect">
            <a:avLst/>
          </a:prstGeom>
        </p:spPr>
        <p:txBody>
          <a:bodyPr/>
          <a:lstStyle/>
          <a:p>
            <a:pPr marL="0" indent="152400" algn="just">
              <a:lnSpc>
                <a:spcPct val="160000"/>
              </a:lnSpc>
              <a:spcBef>
                <a:spcPts val="0"/>
              </a:spcBef>
              <a:buSzTx/>
              <a:buNone/>
              <a:defRPr sz="3500">
                <a:latin typeface="Cambria"/>
                <a:ea typeface="Cambria"/>
                <a:cs typeface="Cambria"/>
                <a:sym typeface="Cambria"/>
              </a:defRPr>
            </a:pPr>
            <a:r>
              <a:t>Objectives</a:t>
            </a:r>
            <a:endParaRPr sz="1800"/>
          </a:p>
          <a:p>
            <a:pPr>
              <a:lnSpc>
                <a:spcPct val="80000"/>
              </a:lnSpc>
              <a:buSzPts val="1800"/>
              <a:defRPr sz="1800"/>
            </a:pPr>
            <a:r>
              <a:t>Develop an easy-to-use AI tool that can analyze images of skin conditions quickly and accurately.</a:t>
            </a:r>
          </a:p>
          <a:p>
            <a:pPr>
              <a:lnSpc>
                <a:spcPct val="80000"/>
              </a:lnSpc>
              <a:buSzPts val="1800"/>
              <a:defRPr sz="1800"/>
            </a:pPr>
            <a:r>
              <a:t>Help users get a preliminary diagnosis of various dermatological issues without needing immediate doctor visits.</a:t>
            </a:r>
          </a:p>
          <a:p>
            <a:pPr>
              <a:lnSpc>
                <a:spcPct val="80000"/>
              </a:lnSpc>
              <a:buSzPts val="1800"/>
              <a:defRPr sz="1800"/>
            </a:pPr>
            <a:r>
              <a:t>Improve early detection of serious skin diseases like melanoma to enable timely treatment.</a:t>
            </a:r>
          </a:p>
          <a:p>
            <a:pPr>
              <a:lnSpc>
                <a:spcPct val="80000"/>
              </a:lnSpc>
              <a:buSzPts val="1800"/>
              <a:defRPr sz="1800"/>
            </a:pPr>
            <a:r>
              <a:t>Support doctors by providing a reliable screening tool to prioritize urgent cases.</a:t>
            </a:r>
          </a:p>
          <a:p>
            <a:pPr>
              <a:lnSpc>
                <a:spcPct val="80000"/>
              </a:lnSpc>
              <a:buSzPts val="1800"/>
              <a:defRPr sz="1800"/>
            </a:pPr>
            <a:r>
              <a:t>Make dermatological care more accessible, especially for people in remote or underserved areas.</a:t>
            </a:r>
          </a:p>
          <a:p>
            <a:pPr>
              <a:lnSpc>
                <a:spcPct val="80000"/>
              </a:lnSpc>
              <a:buSzPts val="1800"/>
              <a:defRPr sz="1800"/>
            </a:pPr>
            <a:r>
              <a:t>Reduce the workload on dermatologists by filtering non-urgent cases.</a:t>
            </a:r>
          </a:p>
          <a:p>
            <a:pPr>
              <a:lnSpc>
                <a:spcPct val="80000"/>
              </a:lnSpc>
              <a:buSzPts val="1800"/>
              <a:defRPr sz="1800"/>
            </a:pPr>
            <a:r>
              <a:t>Ensure the tool is secure and protects patient privacy.</a:t>
            </a:r>
          </a:p>
          <a:p>
            <a:pPr>
              <a:lnSpc>
                <a:spcPct val="80000"/>
              </a:lnSpc>
              <a:buSzPts val="1800"/>
              <a:defRPr sz="1800"/>
            </a:pPr>
            <a:r>
              <a:t>Continuously improve the AI’s accuracy by learning from new data and cases.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96;p14"/>
          <p:cNvSpPr txBox="1"/>
          <p:nvPr>
            <p:ph type="title"/>
          </p:nvPr>
        </p:nvSpPr>
        <p:spPr>
          <a:xfrm>
            <a:off x="812800" y="274638"/>
            <a:ext cx="10668000" cy="487502"/>
          </a:xfrm>
          <a:prstGeom prst="rect">
            <a:avLst/>
          </a:prstGeom>
        </p:spPr>
        <p:txBody>
          <a:bodyPr/>
          <a:lstStyle>
            <a:lvl1pPr defTabSz="868680">
              <a:defRPr b="0" sz="2600">
                <a:latin typeface="Cambria"/>
                <a:ea typeface="Cambria"/>
                <a:cs typeface="Cambria"/>
                <a:sym typeface="Cambria"/>
              </a:defRPr>
            </a:lvl1pPr>
          </a:lstStyle>
          <a:p>
            <a:pPr/>
            <a:r>
              <a:t>Content (continuation)..</a:t>
            </a:r>
          </a:p>
        </p:txBody>
      </p:sp>
      <p:sp>
        <p:nvSpPr>
          <p:cNvPr id="152" name="Google Shape;97;p14"/>
          <p:cNvSpPr txBox="1"/>
          <p:nvPr>
            <p:ph type="body" idx="1"/>
          </p:nvPr>
        </p:nvSpPr>
        <p:spPr>
          <a:xfrm>
            <a:off x="597592" y="1150388"/>
            <a:ext cx="10668001" cy="3924301"/>
          </a:xfrm>
          <a:prstGeom prst="rect">
            <a:avLst/>
          </a:prstGeom>
        </p:spPr>
        <p:txBody>
          <a:bodyPr/>
          <a:lstStyle/>
          <a:p>
            <a:pPr marL="0" indent="140206" algn="just" defTabSz="841247">
              <a:lnSpc>
                <a:spcPct val="160000"/>
              </a:lnSpc>
              <a:spcBef>
                <a:spcPts val="0"/>
              </a:spcBef>
              <a:buSzTx/>
              <a:buNone/>
              <a:defRPr sz="2500">
                <a:latin typeface="Cambria"/>
                <a:ea typeface="Cambria"/>
                <a:cs typeface="Cambria"/>
                <a:sym typeface="Cambria"/>
              </a:defRPr>
            </a:pPr>
            <a:r>
              <a:t>Background and Related work for title Selection</a:t>
            </a:r>
            <a:endParaRPr sz="500"/>
          </a:p>
          <a:p>
            <a:pPr marL="0" indent="70103" defTabSz="841247">
              <a:lnSpc>
                <a:spcPct val="80000"/>
              </a:lnSpc>
              <a:spcBef>
                <a:spcPts val="300"/>
              </a:spcBef>
              <a:buSzTx/>
              <a:buNone/>
              <a:defRPr sz="500"/>
            </a:pPr>
            <a:br>
              <a:rPr>
                <a:latin typeface="Cambria"/>
                <a:ea typeface="Cambria"/>
                <a:cs typeface="Cambria"/>
                <a:sym typeface="Cambria"/>
              </a:rPr>
            </a:br>
            <a:r>
              <a:rPr b="1" sz="1600"/>
              <a:t>Background</a:t>
            </a:r>
          </a:p>
          <a:p>
            <a:pPr marL="420623" indent="-350520" defTabSz="841247">
              <a:lnSpc>
                <a:spcPct val="80000"/>
              </a:lnSpc>
              <a:spcBef>
                <a:spcPts val="300"/>
              </a:spcBef>
              <a:buSzPts val="1400"/>
              <a:defRPr sz="1400"/>
            </a:pPr>
            <a:r>
              <a:t>Skin diseases affect millions worldwide, ranging from minor to serious conditions.</a:t>
            </a:r>
            <a:endParaRPr sz="500"/>
          </a:p>
          <a:p>
            <a:pPr marL="420623" indent="-350520" defTabSz="841247">
              <a:lnSpc>
                <a:spcPct val="80000"/>
              </a:lnSpc>
              <a:spcBef>
                <a:spcPts val="300"/>
              </a:spcBef>
              <a:buSzPts val="1400"/>
              <a:defRPr sz="1400"/>
            </a:pPr>
            <a:r>
              <a:t>Early and accurate diagnosis is essential for effective treatment and prevention of complications.</a:t>
            </a:r>
            <a:endParaRPr sz="500"/>
          </a:p>
          <a:p>
            <a:pPr marL="420623" indent="-350520" defTabSz="841247">
              <a:lnSpc>
                <a:spcPct val="80000"/>
              </a:lnSpc>
              <a:spcBef>
                <a:spcPts val="300"/>
              </a:spcBef>
              <a:buSzPts val="1400"/>
              <a:defRPr sz="1400"/>
            </a:pPr>
            <a:r>
              <a:t>Traditional diagnosis depends on dermatologist availability and clinical expertise.</a:t>
            </a:r>
            <a:endParaRPr sz="500"/>
          </a:p>
          <a:p>
            <a:pPr marL="420623" indent="-350520" defTabSz="841247">
              <a:lnSpc>
                <a:spcPct val="80000"/>
              </a:lnSpc>
              <a:spcBef>
                <a:spcPts val="300"/>
              </a:spcBef>
              <a:buSzPts val="1400"/>
              <a:defRPr sz="1400"/>
            </a:pPr>
            <a:r>
              <a:t>There is limited access to dermatologists, especially in remote and underserved areas.</a:t>
            </a:r>
            <a:endParaRPr sz="500"/>
          </a:p>
          <a:p>
            <a:pPr marL="420623" indent="-350520" defTabSz="841247">
              <a:lnSpc>
                <a:spcPct val="80000"/>
              </a:lnSpc>
              <a:spcBef>
                <a:spcPts val="300"/>
              </a:spcBef>
              <a:buSzPts val="1400"/>
              <a:defRPr sz="1400"/>
            </a:pPr>
            <a:r>
              <a:t>Advances in AI and image recognition have created new opportunities for automated diagnosis.</a:t>
            </a:r>
            <a:endParaRPr sz="500"/>
          </a:p>
          <a:p>
            <a:pPr marL="0" indent="70103" defTabSz="841247">
              <a:lnSpc>
                <a:spcPct val="80000"/>
              </a:lnSpc>
              <a:spcBef>
                <a:spcPts val="300"/>
              </a:spcBef>
              <a:buSzTx/>
              <a:buNone/>
              <a:defRPr b="1" sz="1600"/>
            </a:pPr>
            <a:r>
              <a:t>Related Work</a:t>
            </a:r>
            <a:endParaRPr sz="500"/>
          </a:p>
          <a:p>
            <a:pPr marL="420623" indent="-350520" defTabSz="841247">
              <a:lnSpc>
                <a:spcPct val="80000"/>
              </a:lnSpc>
              <a:spcBef>
                <a:spcPts val="300"/>
              </a:spcBef>
              <a:buSzPts val="1400"/>
              <a:defRPr sz="1400"/>
            </a:pPr>
            <a:r>
              <a:t>AI models using deep learning, especially CNNs, can analyze skin images for diagnosis.</a:t>
            </a:r>
            <a:endParaRPr sz="500"/>
          </a:p>
          <a:p>
            <a:pPr marL="420623" indent="-350520" defTabSz="841247">
              <a:lnSpc>
                <a:spcPct val="80000"/>
              </a:lnSpc>
              <a:spcBef>
                <a:spcPts val="300"/>
              </a:spcBef>
              <a:buSzPts val="1400"/>
              <a:defRPr sz="1400"/>
            </a:pPr>
            <a:r>
              <a:t>Some AI tools have matched or surpassed dermatologist accuracy in detecting conditions like melanoma.</a:t>
            </a:r>
            <a:endParaRPr sz="500"/>
          </a:p>
          <a:p>
            <a:pPr marL="420623" indent="-350520" defTabSz="841247">
              <a:lnSpc>
                <a:spcPct val="80000"/>
              </a:lnSpc>
              <a:spcBef>
                <a:spcPts val="300"/>
              </a:spcBef>
              <a:buSzPts val="1400"/>
              <a:defRPr sz="1400"/>
            </a:pPr>
            <a:r>
              <a:t>Existing tools mostly support clinicians or telemedicine but face challenges like data bias and image quality.</a:t>
            </a:r>
            <a:endParaRPr sz="500"/>
          </a:p>
          <a:p>
            <a:pPr marL="420623" indent="-350520" defTabSz="841247">
              <a:lnSpc>
                <a:spcPct val="80000"/>
              </a:lnSpc>
              <a:spcBef>
                <a:spcPts val="300"/>
              </a:spcBef>
              <a:buSzPts val="1400"/>
              <a:defRPr sz="1400"/>
            </a:pPr>
            <a:r>
              <a:t>Research aims to improve accuracy, disease coverage, and user-friendliness of these AI tools.</a:t>
            </a:r>
            <a:endParaRPr sz="500"/>
          </a:p>
          <a:p>
            <a:pPr marL="420623" indent="-350520" defTabSz="841247">
              <a:lnSpc>
                <a:spcPct val="80000"/>
              </a:lnSpc>
              <a:spcBef>
                <a:spcPts val="300"/>
              </a:spcBef>
              <a:buSzPts val="1400"/>
              <a:defRPr sz="1400"/>
            </a:pPr>
            <a:r>
              <a:t>This project builds on previous work to develop an accessible tool for preliminary diagnosis that helps patients and doctors.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14;p17"/>
          <p:cNvSpPr txBox="1"/>
          <p:nvPr>
            <p:ph type="title"/>
          </p:nvPr>
        </p:nvSpPr>
        <p:spPr>
          <a:xfrm>
            <a:off x="812800" y="274638"/>
            <a:ext cx="10668000" cy="487502"/>
          </a:xfrm>
          <a:prstGeom prst="rect">
            <a:avLst/>
          </a:prstGeom>
        </p:spPr>
        <p:txBody>
          <a:bodyPr/>
          <a:lstStyle>
            <a:lvl1pPr indent="144779" defTabSz="868680">
              <a:lnSpc>
                <a:spcPct val="200000"/>
              </a:lnSpc>
              <a:defRPr b="0" sz="2600">
                <a:latin typeface="Cambria"/>
                <a:ea typeface="Cambria"/>
                <a:cs typeface="Cambria"/>
                <a:sym typeface="Cambria"/>
              </a:defRPr>
            </a:lvl1pPr>
          </a:lstStyle>
          <a:p>
            <a:pPr/>
            <a:r>
              <a:t>Analysis of Problem Statement</a:t>
            </a:r>
          </a:p>
        </p:txBody>
      </p:sp>
      <p:sp>
        <p:nvSpPr>
          <p:cNvPr id="155" name="Google Shape;115;p17"/>
          <p:cNvSpPr txBox="1"/>
          <p:nvPr>
            <p:ph type="body" idx="1"/>
          </p:nvPr>
        </p:nvSpPr>
        <p:spPr>
          <a:xfrm>
            <a:off x="812800" y="1143000"/>
            <a:ext cx="10668000" cy="4953000"/>
          </a:xfrm>
          <a:prstGeom prst="rect">
            <a:avLst/>
          </a:prstGeom>
        </p:spPr>
        <p:txBody>
          <a:bodyPr/>
          <a:lstStyle/>
          <a:p>
            <a:pPr marL="0" indent="76200">
              <a:lnSpc>
                <a:spcPct val="90000"/>
              </a:lnSpc>
              <a:buSzTx/>
              <a:buNone/>
              <a:defRPr b="1" sz="2200"/>
            </a:pPr>
            <a:r>
              <a:t>Technology Stack Components</a:t>
            </a:r>
          </a:p>
          <a:p>
            <a:pPr marL="0" indent="76200">
              <a:lnSpc>
                <a:spcPct val="90000"/>
              </a:lnSpc>
              <a:buSzTx/>
              <a:buNone/>
              <a:defRPr b="1" sz="2200"/>
            </a:pPr>
            <a:r>
              <a:t>Frontend:</a:t>
            </a:r>
          </a:p>
          <a:p>
            <a:pPr lvl="1" marL="914400" indent="-355600">
              <a:lnSpc>
                <a:spcPct val="90000"/>
              </a:lnSpc>
              <a:buSzPts val="1800"/>
              <a:defRPr sz="1800"/>
            </a:pPr>
            <a:r>
              <a:t>web application for image upload and user interface</a:t>
            </a:r>
          </a:p>
          <a:p>
            <a:pPr lvl="1" marL="914400" indent="-355600">
              <a:lnSpc>
                <a:spcPct val="90000"/>
              </a:lnSpc>
              <a:buSzPts val="1800"/>
              <a:defRPr sz="1800"/>
            </a:pPr>
            <a:r>
              <a:t>Technologies: React Native, Flutter</a:t>
            </a:r>
          </a:p>
          <a:p>
            <a:pPr marL="0" indent="76200">
              <a:lnSpc>
                <a:spcPct val="90000"/>
              </a:lnSpc>
              <a:buSzTx/>
              <a:buNone/>
              <a:defRPr b="1" sz="2200"/>
            </a:pPr>
            <a:r>
              <a:t>Backend:</a:t>
            </a:r>
          </a:p>
          <a:p>
            <a:pPr lvl="1" marL="914400" indent="-355600">
              <a:lnSpc>
                <a:spcPct val="90000"/>
              </a:lnSpc>
              <a:buSzPts val="1800"/>
              <a:defRPr sz="1800"/>
            </a:pPr>
            <a:r>
              <a:t>Server to handle requests, process images, and communicate with AI models</a:t>
            </a:r>
          </a:p>
          <a:p>
            <a:pPr lvl="1" marL="914400" indent="-355600">
              <a:lnSpc>
                <a:spcPct val="90000"/>
              </a:lnSpc>
              <a:buSzPts val="1800"/>
              <a:defRPr sz="1800"/>
            </a:pPr>
            <a:r>
              <a:t>Technologies: Node.js, Python (Django, Flask), </a:t>
            </a:r>
          </a:p>
          <a:p>
            <a:pPr lvl="1" marL="0" indent="558800">
              <a:lnSpc>
                <a:spcPct val="90000"/>
              </a:lnSpc>
              <a:buSzTx/>
              <a:buNone/>
              <a:defRPr b="1" sz="1800"/>
            </a:pPr>
            <a:r>
              <a:t>AI and Machine Learning:</a:t>
            </a:r>
          </a:p>
          <a:p>
            <a:pPr lvl="1" marL="914400" indent="-355600">
              <a:lnSpc>
                <a:spcPct val="90000"/>
              </a:lnSpc>
              <a:buSzPts val="1800"/>
              <a:defRPr sz="1800"/>
            </a:pPr>
            <a:r>
              <a:t>Deep Learning frameworks for model development and training</a:t>
            </a:r>
          </a:p>
          <a:p>
            <a:pPr lvl="1" marL="914400" indent="-355600">
              <a:lnSpc>
                <a:spcPct val="90000"/>
              </a:lnSpc>
              <a:buSzPts val="1800"/>
              <a:defRPr sz="1800"/>
            </a:pPr>
            <a:r>
              <a:t>Technologies: TensorFlow, PyTorch, Keras</a:t>
            </a:r>
          </a:p>
          <a:p>
            <a:pPr lvl="1" marL="914400" indent="-355600">
              <a:lnSpc>
                <a:spcPct val="90000"/>
              </a:lnSpc>
              <a:buSzPts val="1800"/>
              <a:defRPr sz="1800"/>
            </a:pPr>
            <a:r>
              <a:t>Pretrained convolutional neural networks (CNNs) tailored for dermatology image classification</a:t>
            </a:r>
          </a:p>
          <a:p>
            <a:pPr marL="0" indent="76200">
              <a:lnSpc>
                <a:spcPct val="90000"/>
              </a:lnSpc>
              <a:buSzTx/>
              <a:buNone/>
              <a:defRPr b="1" sz="2200"/>
            </a:pPr>
            <a:r>
              <a:t>Image Processing:</a:t>
            </a:r>
          </a:p>
          <a:p>
            <a:pPr lvl="1" marL="914400" indent="-355600">
              <a:lnSpc>
                <a:spcPct val="90000"/>
              </a:lnSpc>
              <a:buSzPts val="1800"/>
              <a:defRPr sz="1800"/>
            </a:pPr>
            <a:r>
              <a:t>Tools for image preprocessing (resizing, normalization, quality enhancement)</a:t>
            </a:r>
          </a:p>
          <a:p>
            <a:pPr lvl="1" marL="914400" indent="-355600">
              <a:lnSpc>
                <a:spcPct val="90000"/>
              </a:lnSpc>
              <a:buSzPts val="1800"/>
              <a:defRPr sz="1800"/>
            </a:pPr>
            <a:r>
              <a:t>Libraries: OpenCV, PIL (Python Imaging Library)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14;p17"/>
          <p:cNvSpPr txBox="1"/>
          <p:nvPr>
            <p:ph type="title"/>
          </p:nvPr>
        </p:nvSpPr>
        <p:spPr>
          <a:xfrm>
            <a:off x="812800" y="274638"/>
            <a:ext cx="10668000" cy="487502"/>
          </a:xfrm>
          <a:prstGeom prst="rect">
            <a:avLst/>
          </a:prstGeom>
        </p:spPr>
        <p:txBody>
          <a:bodyPr/>
          <a:lstStyle>
            <a:lvl1pPr indent="144779" defTabSz="868680">
              <a:lnSpc>
                <a:spcPct val="200000"/>
              </a:lnSpc>
              <a:defRPr b="0" sz="2600">
                <a:latin typeface="Cambria"/>
                <a:ea typeface="Cambria"/>
                <a:cs typeface="Cambria"/>
                <a:sym typeface="Cambria"/>
              </a:defRPr>
            </a:lvl1pPr>
          </a:lstStyle>
          <a:p>
            <a:pPr/>
            <a:r>
              <a:t>Github Link</a:t>
            </a:r>
          </a:p>
        </p:txBody>
      </p:sp>
      <p:sp>
        <p:nvSpPr>
          <p:cNvPr id="158" name="Google Shape;115;p17"/>
          <p:cNvSpPr txBox="1"/>
          <p:nvPr/>
        </p:nvSpPr>
        <p:spPr>
          <a:xfrm>
            <a:off x="858523" y="1143000"/>
            <a:ext cx="10576553" cy="4178300"/>
          </a:xfrm>
          <a:prstGeom prst="rect">
            <a:avLst/>
          </a:prstGeom>
          <a:solidFill>
            <a:srgbClr val="FFFFFF"/>
          </a:solidFill>
          <a:ln w="25400">
            <a:solidFill>
              <a:schemeClr val="accent1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699" tIns="45699" rIns="45699" bIns="45699">
            <a:normAutofit fontScale="100000" lnSpcReduction="0"/>
          </a:bodyPr>
          <a:lstStyle/>
          <a:p>
            <a:pPr/>
            <a:r>
              <a:t>The Github link provided should have public access permission.</a:t>
            </a:r>
            <a:endParaRPr sz="2400">
              <a:latin typeface="Verdana"/>
              <a:ea typeface="Verdana"/>
              <a:cs typeface="Verdana"/>
              <a:sym typeface="Verdana"/>
            </a:endParaRPr>
          </a:p>
          <a:p>
            <a:pPr/>
            <a:endParaRPr sz="2400">
              <a:latin typeface="Cambria"/>
              <a:ea typeface="Cambria"/>
              <a:cs typeface="Cambria"/>
              <a:sym typeface="Cambria"/>
            </a:endParaRPr>
          </a:p>
          <a:p>
            <a:pPr/>
            <a:r>
              <a:t>Github Link</a:t>
            </a:r>
            <a:endParaRPr>
              <a:latin typeface="Verdana"/>
              <a:ea typeface="Verdana"/>
              <a:cs typeface="Verdana"/>
              <a:sym typeface="Verdana"/>
            </a:endParaRPr>
          </a:p>
          <a:p>
            <a:pPr/>
            <a:endParaRPr>
              <a:latin typeface="Verdana"/>
              <a:ea typeface="Verdana"/>
              <a:cs typeface="Verdana"/>
              <a:sym typeface="Verdana"/>
            </a:endParaRPr>
          </a:p>
          <a:p>
            <a:pPr/>
            <a:r>
              <a:rPr>
                <a:latin typeface="Verdana"/>
                <a:ea typeface="Verdana"/>
                <a:cs typeface="Verdana"/>
                <a:sym typeface="Verdana"/>
              </a:rPr>
              <a:t>https://github.com/thesyedbasim/Al-based-tool-for-preliminary-diagnosis-of-Dermatological-manifestations.git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14;p17"/>
          <p:cNvSpPr txBox="1"/>
          <p:nvPr>
            <p:ph type="title"/>
          </p:nvPr>
        </p:nvSpPr>
        <p:spPr>
          <a:xfrm>
            <a:off x="812800" y="274638"/>
            <a:ext cx="10668000" cy="487502"/>
          </a:xfrm>
          <a:prstGeom prst="rect">
            <a:avLst/>
          </a:prstGeom>
        </p:spPr>
        <p:txBody>
          <a:bodyPr/>
          <a:lstStyle>
            <a:lvl1pPr defTabSz="868680">
              <a:defRPr b="0" sz="2600">
                <a:latin typeface="Cambria"/>
                <a:ea typeface="Cambria"/>
                <a:cs typeface="Cambria"/>
                <a:sym typeface="Cambria"/>
              </a:defRPr>
            </a:lvl1pPr>
          </a:lstStyle>
          <a:p>
            <a:pPr/>
            <a:r>
              <a:t>Timeline of the Project (Gantt Chart)</a:t>
            </a:r>
          </a:p>
        </p:txBody>
      </p:sp>
      <p:sp>
        <p:nvSpPr>
          <p:cNvPr id="161" name="Google Shape;115;p17"/>
          <p:cNvSpPr txBox="1"/>
          <p:nvPr>
            <p:ph type="body" idx="1"/>
          </p:nvPr>
        </p:nvSpPr>
        <p:spPr>
          <a:xfrm>
            <a:off x="812800" y="1143000"/>
            <a:ext cx="10668000" cy="4953000"/>
          </a:xfrm>
          <a:prstGeom prst="rect">
            <a:avLst/>
          </a:prstGeom>
        </p:spPr>
        <p:txBody>
          <a:bodyPr/>
          <a:lstStyle/>
          <a:p>
            <a:pPr marL="38100" indent="114300" algn="just">
              <a:spcBef>
                <a:spcPts val="0"/>
              </a:spcBef>
              <a:buSzTx/>
              <a:buNone/>
              <a:defRPr>
                <a:latin typeface="Cambria"/>
                <a:ea typeface="Cambria"/>
                <a:cs typeface="Cambria"/>
                <a:sym typeface="Cambria"/>
              </a:defRPr>
            </a:pPr>
          </a:p>
        </p:txBody>
      </p:sp>
      <p:pic>
        <p:nvPicPr>
          <p:cNvPr id="162" name="Picture 2" descr="Picture 2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820485" y="1803861"/>
            <a:ext cx="8429109" cy="3117273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44;p22"/>
          <p:cNvSpPr txBox="1"/>
          <p:nvPr>
            <p:ph type="title"/>
          </p:nvPr>
        </p:nvSpPr>
        <p:spPr>
          <a:xfrm>
            <a:off x="812800" y="274638"/>
            <a:ext cx="10668000" cy="487502"/>
          </a:xfrm>
          <a:prstGeom prst="rect">
            <a:avLst/>
          </a:prstGeom>
        </p:spPr>
        <p:txBody>
          <a:bodyPr/>
          <a:lstStyle>
            <a:lvl1pPr defTabSz="868680">
              <a:defRPr b="0" sz="2600">
                <a:latin typeface="Cambria"/>
                <a:ea typeface="Cambria"/>
                <a:cs typeface="Cambria"/>
                <a:sym typeface="Cambria"/>
              </a:defRPr>
            </a:lvl1pPr>
          </a:lstStyle>
          <a:p>
            <a:pPr/>
            <a:r>
              <a:t>References (IEEE Paper format)</a:t>
            </a:r>
          </a:p>
        </p:txBody>
      </p:sp>
      <p:sp>
        <p:nvSpPr>
          <p:cNvPr id="165" name="Google Shape;145;p22"/>
          <p:cNvSpPr txBox="1"/>
          <p:nvPr>
            <p:ph type="body" idx="1"/>
          </p:nvPr>
        </p:nvSpPr>
        <p:spPr>
          <a:xfrm>
            <a:off x="812800" y="1142999"/>
            <a:ext cx="10668000" cy="4953003"/>
          </a:xfrm>
          <a:prstGeom prst="rect">
            <a:avLst/>
          </a:prstGeom>
        </p:spPr>
        <p:txBody>
          <a:bodyPr/>
          <a:lstStyle/>
          <a:p>
            <a:pPr/>
            <a:r>
              <a:t>[1] Sánchez-Montalvá, M.P., et al. (2024). "A systematic review and meta-analysis of artificial intelligence algorithms for skin cancer classification." </a:t>
            </a:r>
            <a:r>
              <a:rPr i="1"/>
              <a:t>Nature Digital Medicine</a:t>
            </a:r>
            <a:r>
              <a:t>, 11, 103.</a:t>
            </a:r>
          </a:p>
          <a:p>
            <a:pPr/>
          </a:p>
          <a:p>
            <a:pPr/>
            <a:r>
              <a:t>[2] Nature Scientific Reports (2025). "Skin cancer detection using dermoscopic images with convolutional neural networks." </a:t>
            </a:r>
            <a:r>
              <a:rPr i="1"/>
              <a:t>Scientific Reports</a:t>
            </a:r>
            <a:r>
              <a:t>, March 2025.</a:t>
            </a:r>
          </a:p>
          <a:p>
            <a:pPr/>
          </a:p>
          <a:p>
            <a:pPr/>
            <a:r>
              <a:t>[3] Detection of Skin Cancer Based on Skin Lesion Images Using Deep Learning (2022). </a:t>
            </a:r>
            <a:r>
              <a:rPr i="1"/>
              <a:t>PMC Article</a:t>
            </a:r>
            <a:r>
              <a:t>, PMC9324455, June 24, 2022.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7" name="Picture 4" descr="Picture 4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4082810" y="1441315"/>
            <a:ext cx="3893307" cy="3935473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theme/theme1.xml><?xml version="1.0" encoding="utf-8"?>
<a:theme xmlns:a="http://schemas.openxmlformats.org/drawingml/2006/main" xmlns:r="http://schemas.openxmlformats.org/officeDocument/2006/relationships" name="Bioinformatics">
  <a:themeElements>
    <a:clrScheme name="Bioinformatics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FF00FF"/>
      </a:folHlink>
    </a:clrScheme>
    <a:fontScheme name="Bioinformatics">
      <a:majorFont>
        <a:latin typeface="Helvetica"/>
        <a:ea typeface="Helvetica"/>
        <a:cs typeface="Helvetica"/>
      </a:majorFont>
      <a:minorFont>
        <a:latin typeface="Arial"/>
        <a:ea typeface="Arial"/>
        <a:cs typeface="Arial"/>
      </a:minorFont>
    </a:fontScheme>
    <a:fmtScheme name="Bioinformatics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a:effectStyle>
        <a:effectStyle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a:effectStyle>
        <a:effectStyle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>
          <a:outerShdw sx="100000" sy="100000" kx="0" ky="0" algn="b" rotWithShape="0" blurRad="38100" dist="23000" dir="5400000">
            <a:srgbClr val="000000">
              <a:alpha val="35000"/>
            </a:srgbClr>
          </a:outerShdw>
        </a:effectLst>
        <a:sp3d/>
      </a:spPr>
      <a:bodyPr rot="0" spcFirstLastPara="1" vertOverflow="overflow" horzOverflow="overflow" vert="horz" wrap="square" lIns="45718" tIns="45718" rIns="45718" bIns="45718" numCol="1" spcCol="38100" rtlCol="0" anchor="ctr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4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Helvetica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>
          <a:outerShdw sx="100000" sy="100000" kx="0" ky="0" algn="b" rotWithShape="0" blurRad="38100" dist="23000" dir="5400000">
            <a:srgbClr val="000000">
              <a:alpha val="35000"/>
            </a:srgbClr>
          </a:outerShdw>
        </a:effectLst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8" tIns="45718" rIns="45718" bIns="45718" numCol="1" spcCol="38100" rtlCol="0" anchor="t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4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Helvetica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ppt/theme/theme2.xml><?xml version="1.0" encoding="utf-8"?>
<a:theme xmlns:a="http://schemas.openxmlformats.org/drawingml/2006/main" xmlns:r="http://schemas.openxmlformats.org/officeDocument/2006/relationships" name="Bioinformatics">
  <a:themeElements>
    <a:clrScheme name="Bioinformatics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FF00FF"/>
      </a:folHlink>
    </a:clrScheme>
    <a:fontScheme name="Bioinformatics">
      <a:majorFont>
        <a:latin typeface="Helvetica"/>
        <a:ea typeface="Helvetica"/>
        <a:cs typeface="Helvetica"/>
      </a:majorFont>
      <a:minorFont>
        <a:latin typeface="Arial"/>
        <a:ea typeface="Arial"/>
        <a:cs typeface="Arial"/>
      </a:minorFont>
    </a:fontScheme>
    <a:fmtScheme name="Bioinformatics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a:effectStyle>
        <a:effectStyle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a:effectStyle>
        <a:effectStyle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>
          <a:outerShdw sx="100000" sy="100000" kx="0" ky="0" algn="b" rotWithShape="0" blurRad="38100" dist="23000" dir="5400000">
            <a:srgbClr val="000000">
              <a:alpha val="35000"/>
            </a:srgbClr>
          </a:outerShdw>
        </a:effectLst>
        <a:sp3d/>
      </a:spPr>
      <a:bodyPr rot="0" spcFirstLastPara="1" vertOverflow="overflow" horzOverflow="overflow" vert="horz" wrap="square" lIns="45718" tIns="45718" rIns="45718" bIns="45718" numCol="1" spcCol="38100" rtlCol="0" anchor="ctr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4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Helvetica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>
          <a:outerShdw sx="100000" sy="100000" kx="0" ky="0" algn="b" rotWithShape="0" blurRad="38100" dist="23000" dir="5400000">
            <a:srgbClr val="000000">
              <a:alpha val="35000"/>
            </a:srgbClr>
          </a:outerShdw>
        </a:effectLst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8" tIns="45718" rIns="45718" bIns="45718" numCol="1" spcCol="38100" rtlCol="0" anchor="t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4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Helvetica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docProps/app.xml><?xml version="1.0" encoding="utf-8"?>
<Properties xmlns="http://schemas.openxmlformats.org/officeDocument/2006/extended-properties" xmlns:vt="http://schemas.openxmlformats.org/officeDocument/2006/docPropsVTypes"/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/>
</file>